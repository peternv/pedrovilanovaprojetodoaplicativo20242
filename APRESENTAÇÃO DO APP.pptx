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9" r:id="rId4"/>
    <p:sldId id="266" r:id="rId5"/>
    <p:sldId id="267" r:id="rId6"/>
    <p:sldId id="271" r:id="rId7"/>
    <p:sldId id="268" r:id="rId8"/>
    <p:sldId id="270" r:id="rId9"/>
    <p:sldId id="274" r:id="rId10"/>
    <p:sldId id="276" r:id="rId11"/>
    <p:sldId id="277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Henrique Peixoto Vila Nova Pedro Vila Nova" userId="9e07fad02557acd6" providerId="LiveId" clId="{40FDDC19-2563-40A1-8AA4-21CB95C39554}"/>
    <pc:docChg chg="undo custSel addSld delSld modSld sldOrd modMainMaster">
      <pc:chgData name="Pedro Henrique Peixoto Vila Nova Pedro Vila Nova" userId="9e07fad02557acd6" providerId="LiveId" clId="{40FDDC19-2563-40A1-8AA4-21CB95C39554}" dt="2024-11-28T02:43:25.841" v="16452" actId="14100"/>
      <pc:docMkLst>
        <pc:docMk/>
      </pc:docMkLst>
      <pc:sldChg chg="modSp mod setBg">
        <pc:chgData name="Pedro Henrique Peixoto Vila Nova Pedro Vila Nova" userId="9e07fad02557acd6" providerId="LiveId" clId="{40FDDC19-2563-40A1-8AA4-21CB95C39554}" dt="2024-11-28T02:21:52.675" v="16373" actId="207"/>
        <pc:sldMkLst>
          <pc:docMk/>
          <pc:sldMk cId="1317677395" sldId="256"/>
        </pc:sldMkLst>
        <pc:spChg chg="mod">
          <ac:chgData name="Pedro Henrique Peixoto Vila Nova Pedro Vila Nova" userId="9e07fad02557acd6" providerId="LiveId" clId="{40FDDC19-2563-40A1-8AA4-21CB95C39554}" dt="2024-11-28T02:21:47.959" v="16372" actId="20577"/>
          <ac:spMkLst>
            <pc:docMk/>
            <pc:sldMk cId="1317677395" sldId="256"/>
            <ac:spMk id="2" creationId="{6F189147-0ECF-6F1A-8B59-C900B9D198C9}"/>
          </ac:spMkLst>
        </pc:spChg>
        <pc:spChg chg="mod">
          <ac:chgData name="Pedro Henrique Peixoto Vila Nova Pedro Vila Nova" userId="9e07fad02557acd6" providerId="LiveId" clId="{40FDDC19-2563-40A1-8AA4-21CB95C39554}" dt="2024-11-28T02:21:52.675" v="16373" actId="207"/>
          <ac:spMkLst>
            <pc:docMk/>
            <pc:sldMk cId="1317677395" sldId="256"/>
            <ac:spMk id="3" creationId="{89AAE785-4A87-86F5-C78C-25B6E2A8AC8A}"/>
          </ac:spMkLst>
        </pc:spChg>
        <pc:spChg chg="mod">
          <ac:chgData name="Pedro Henrique Peixoto Vila Nova Pedro Vila Nova" userId="9e07fad02557acd6" providerId="LiveId" clId="{40FDDC19-2563-40A1-8AA4-21CB95C39554}" dt="2024-11-14T20:49:27.690" v="1319"/>
          <ac:spMkLst>
            <pc:docMk/>
            <pc:sldMk cId="1317677395" sldId="256"/>
            <ac:spMk id="4" creationId="{267BA9DB-823E-8E54-8851-9F5854F5E5DD}"/>
          </ac:spMkLst>
        </pc:spChg>
      </pc:sldChg>
      <pc:sldChg chg="modSp mod setBg">
        <pc:chgData name="Pedro Henrique Peixoto Vila Nova Pedro Vila Nova" userId="9e07fad02557acd6" providerId="LiveId" clId="{40FDDC19-2563-40A1-8AA4-21CB95C39554}" dt="2024-11-28T02:21:59.926" v="16374" actId="207"/>
        <pc:sldMkLst>
          <pc:docMk/>
          <pc:sldMk cId="4092011112" sldId="257"/>
        </pc:sldMkLst>
        <pc:spChg chg="mod">
          <ac:chgData name="Pedro Henrique Peixoto Vila Nova Pedro Vila Nova" userId="9e07fad02557acd6" providerId="LiveId" clId="{40FDDC19-2563-40A1-8AA4-21CB95C39554}" dt="2024-11-28T02:21:59.926" v="16374" actId="207"/>
          <ac:spMkLst>
            <pc:docMk/>
            <pc:sldMk cId="4092011112" sldId="257"/>
            <ac:spMk id="2" creationId="{982FA51D-D958-C4E6-E9A0-B59C64DCCA36}"/>
          </ac:spMkLst>
        </pc:spChg>
        <pc:spChg chg="mod">
          <ac:chgData name="Pedro Henrique Peixoto Vila Nova Pedro Vila Nova" userId="9e07fad02557acd6" providerId="LiveId" clId="{40FDDC19-2563-40A1-8AA4-21CB95C39554}" dt="2024-11-28T00:17:45.685" v="15895" actId="14100"/>
          <ac:spMkLst>
            <pc:docMk/>
            <pc:sldMk cId="4092011112" sldId="257"/>
            <ac:spMk id="3" creationId="{5DDE1DB7-8945-E1C8-3543-169CABC73D62}"/>
          </ac:spMkLst>
        </pc:spChg>
        <pc:spChg chg="mod">
          <ac:chgData name="Pedro Henrique Peixoto Vila Nova Pedro Vila Nova" userId="9e07fad02557acd6" providerId="LiveId" clId="{40FDDC19-2563-40A1-8AA4-21CB95C39554}" dt="2024-11-14T20:49:27.690" v="1319"/>
          <ac:spMkLst>
            <pc:docMk/>
            <pc:sldMk cId="4092011112" sldId="257"/>
            <ac:spMk id="4" creationId="{C8A9B247-A70C-A8C7-8FD3-64618411FBE4}"/>
          </ac:spMkLst>
        </pc:spChg>
      </pc:sldChg>
      <pc:sldChg chg="modSp new mod setBg">
        <pc:chgData name="Pedro Henrique Peixoto Vila Nova Pedro Vila Nova" userId="9e07fad02557acd6" providerId="LiveId" clId="{40FDDC19-2563-40A1-8AA4-21CB95C39554}" dt="2024-11-15T00:45:08.054" v="4894" actId="115"/>
        <pc:sldMkLst>
          <pc:docMk/>
          <pc:sldMk cId="1683224800" sldId="258"/>
        </pc:sldMkLst>
        <pc:spChg chg="mod">
          <ac:chgData name="Pedro Henrique Peixoto Vila Nova Pedro Vila Nova" userId="9e07fad02557acd6" providerId="LiveId" clId="{40FDDC19-2563-40A1-8AA4-21CB95C39554}" dt="2024-11-14T21:13:52.156" v="1569" actId="115"/>
          <ac:spMkLst>
            <pc:docMk/>
            <pc:sldMk cId="1683224800" sldId="258"/>
            <ac:spMk id="2" creationId="{B6AA2294-8222-0104-5FDD-C45601249E2B}"/>
          </ac:spMkLst>
        </pc:spChg>
        <pc:spChg chg="mod">
          <ac:chgData name="Pedro Henrique Peixoto Vila Nova Pedro Vila Nova" userId="9e07fad02557acd6" providerId="LiveId" clId="{40FDDC19-2563-40A1-8AA4-21CB95C39554}" dt="2024-11-15T00:45:08.054" v="4894" actId="115"/>
          <ac:spMkLst>
            <pc:docMk/>
            <pc:sldMk cId="1683224800" sldId="258"/>
            <ac:spMk id="3" creationId="{FC28D5DC-BE75-80B6-4CAC-554EE85AD472}"/>
          </ac:spMkLst>
        </pc:spChg>
        <pc:spChg chg="mod">
          <ac:chgData name="Pedro Henrique Peixoto Vila Nova Pedro Vila Nova" userId="9e07fad02557acd6" providerId="LiveId" clId="{40FDDC19-2563-40A1-8AA4-21CB95C39554}" dt="2024-11-14T20:49:27.690" v="1319"/>
          <ac:spMkLst>
            <pc:docMk/>
            <pc:sldMk cId="1683224800" sldId="258"/>
            <ac:spMk id="4" creationId="{F6A8767C-E7A2-4F49-7BFB-33D0D0925503}"/>
          </ac:spMkLst>
        </pc:spChg>
      </pc:sldChg>
      <pc:sldChg chg="addSp delSp modSp new mod setBg">
        <pc:chgData name="Pedro Henrique Peixoto Vila Nova Pedro Vila Nova" userId="9e07fad02557acd6" providerId="LiveId" clId="{40FDDC19-2563-40A1-8AA4-21CB95C39554}" dt="2024-11-28T02:22:04.481" v="16375" actId="207"/>
        <pc:sldMkLst>
          <pc:docMk/>
          <pc:sldMk cId="3134436781" sldId="259"/>
        </pc:sldMkLst>
        <pc:spChg chg="mod">
          <ac:chgData name="Pedro Henrique Peixoto Vila Nova Pedro Vila Nova" userId="9e07fad02557acd6" providerId="LiveId" clId="{40FDDC19-2563-40A1-8AA4-21CB95C39554}" dt="2024-11-28T02:22:04.481" v="16375" actId="207"/>
          <ac:spMkLst>
            <pc:docMk/>
            <pc:sldMk cId="3134436781" sldId="259"/>
            <ac:spMk id="2" creationId="{C6303BAE-E0D3-8235-04B7-3974E1BC5754}"/>
          </ac:spMkLst>
        </pc:spChg>
        <pc:spChg chg="mod">
          <ac:chgData name="Pedro Henrique Peixoto Vila Nova Pedro Vila Nova" userId="9e07fad02557acd6" providerId="LiveId" clId="{40FDDC19-2563-40A1-8AA4-21CB95C39554}" dt="2024-11-28T00:13:58.996" v="15836" actId="20577"/>
          <ac:spMkLst>
            <pc:docMk/>
            <pc:sldMk cId="3134436781" sldId="259"/>
            <ac:spMk id="3" creationId="{9F640242-12DE-683F-74C3-27AC1349C428}"/>
          </ac:spMkLst>
        </pc:spChg>
        <pc:spChg chg="mod">
          <ac:chgData name="Pedro Henrique Peixoto Vila Nova Pedro Vila Nova" userId="9e07fad02557acd6" providerId="LiveId" clId="{40FDDC19-2563-40A1-8AA4-21CB95C39554}" dt="2024-11-14T20:49:27.690" v="1319"/>
          <ac:spMkLst>
            <pc:docMk/>
            <pc:sldMk cId="3134436781" sldId="259"/>
            <ac:spMk id="4" creationId="{D977DD1F-7DF4-5465-1657-D72A26F0665D}"/>
          </ac:spMkLst>
        </pc:spChg>
        <pc:spChg chg="add del mod">
          <ac:chgData name="Pedro Henrique Peixoto Vila Nova Pedro Vila Nova" userId="9e07fad02557acd6" providerId="LiveId" clId="{40FDDC19-2563-40A1-8AA4-21CB95C39554}" dt="2024-11-18T22:38:27.269" v="7892" actId="21"/>
          <ac:spMkLst>
            <pc:docMk/>
            <pc:sldMk cId="3134436781" sldId="259"/>
            <ac:spMk id="5" creationId="{B2E2C841-2149-A83A-72EA-62EF136B1429}"/>
          </ac:spMkLst>
        </pc:spChg>
        <pc:spChg chg="add mod">
          <ac:chgData name="Pedro Henrique Peixoto Vila Nova Pedro Vila Nova" userId="9e07fad02557acd6" providerId="LiveId" clId="{40FDDC19-2563-40A1-8AA4-21CB95C39554}" dt="2024-11-28T00:12:28.366" v="15821" actId="1076"/>
          <ac:spMkLst>
            <pc:docMk/>
            <pc:sldMk cId="3134436781" sldId="259"/>
            <ac:spMk id="6" creationId="{184EFBD0-0111-6000-C76C-01C4345646F9}"/>
          </ac:spMkLst>
        </pc:spChg>
      </pc:sldChg>
      <pc:sldChg chg="modSp new del mod setBg">
        <pc:chgData name="Pedro Henrique Peixoto Vila Nova Pedro Vila Nova" userId="9e07fad02557acd6" providerId="LiveId" clId="{40FDDC19-2563-40A1-8AA4-21CB95C39554}" dt="2024-11-28T00:13:26.817" v="15822" actId="2696"/>
        <pc:sldMkLst>
          <pc:docMk/>
          <pc:sldMk cId="1122094621" sldId="260"/>
        </pc:sldMkLst>
        <pc:spChg chg="mod">
          <ac:chgData name="Pedro Henrique Peixoto Vila Nova Pedro Vila Nova" userId="9e07fad02557acd6" providerId="LiveId" clId="{40FDDC19-2563-40A1-8AA4-21CB95C39554}" dt="2024-11-28T00:10:41.960" v="15794" actId="20577"/>
          <ac:spMkLst>
            <pc:docMk/>
            <pc:sldMk cId="1122094621" sldId="260"/>
            <ac:spMk id="2" creationId="{A66977B6-06B7-FC33-C893-B1BBABE28499}"/>
          </ac:spMkLst>
        </pc:spChg>
        <pc:spChg chg="mod">
          <ac:chgData name="Pedro Henrique Peixoto Vila Nova Pedro Vila Nova" userId="9e07fad02557acd6" providerId="LiveId" clId="{40FDDC19-2563-40A1-8AA4-21CB95C39554}" dt="2024-11-27T17:17:40.493" v="15776" actId="20577"/>
          <ac:spMkLst>
            <pc:docMk/>
            <pc:sldMk cId="1122094621" sldId="260"/>
            <ac:spMk id="3" creationId="{24D1E3E7-BFB2-8FC7-DECF-4CE98C55EAD9}"/>
          </ac:spMkLst>
        </pc:spChg>
        <pc:spChg chg="mod">
          <ac:chgData name="Pedro Henrique Peixoto Vila Nova Pedro Vila Nova" userId="9e07fad02557acd6" providerId="LiveId" clId="{40FDDC19-2563-40A1-8AA4-21CB95C39554}" dt="2024-11-14T20:49:27.690" v="1319"/>
          <ac:spMkLst>
            <pc:docMk/>
            <pc:sldMk cId="1122094621" sldId="260"/>
            <ac:spMk id="4" creationId="{ACDBE6C2-5E45-800F-43B5-514F608EACFE}"/>
          </ac:spMkLst>
        </pc:spChg>
      </pc:sldChg>
      <pc:sldChg chg="modSp new del mod setBg">
        <pc:chgData name="Pedro Henrique Peixoto Vila Nova Pedro Vila Nova" userId="9e07fad02557acd6" providerId="LiveId" clId="{40FDDC19-2563-40A1-8AA4-21CB95C39554}" dt="2024-11-27T14:55:02.189" v="15534" actId="2696"/>
        <pc:sldMkLst>
          <pc:docMk/>
          <pc:sldMk cId="593938018" sldId="261"/>
        </pc:sldMkLst>
        <pc:spChg chg="mod">
          <ac:chgData name="Pedro Henrique Peixoto Vila Nova Pedro Vila Nova" userId="9e07fad02557acd6" providerId="LiveId" clId="{40FDDC19-2563-40A1-8AA4-21CB95C39554}" dt="2024-11-18T20:56:00.106" v="5661"/>
          <ac:spMkLst>
            <pc:docMk/>
            <pc:sldMk cId="593938018" sldId="261"/>
            <ac:spMk id="2" creationId="{435D3A87-4AB6-9514-2B08-ECBE619C7730}"/>
          </ac:spMkLst>
        </pc:spChg>
        <pc:spChg chg="mod">
          <ac:chgData name="Pedro Henrique Peixoto Vila Nova Pedro Vila Nova" userId="9e07fad02557acd6" providerId="LiveId" clId="{40FDDC19-2563-40A1-8AA4-21CB95C39554}" dt="2024-11-18T20:56:01.470" v="5662" actId="20577"/>
          <ac:spMkLst>
            <pc:docMk/>
            <pc:sldMk cId="593938018" sldId="261"/>
            <ac:spMk id="3" creationId="{AA5EFDA9-D864-CABA-C279-6D6CDC7FE43C}"/>
          </ac:spMkLst>
        </pc:spChg>
        <pc:spChg chg="mod">
          <ac:chgData name="Pedro Henrique Peixoto Vila Nova Pedro Vila Nova" userId="9e07fad02557acd6" providerId="LiveId" clId="{40FDDC19-2563-40A1-8AA4-21CB95C39554}" dt="2024-11-14T21:15:53.894" v="1603" actId="2711"/>
          <ac:spMkLst>
            <pc:docMk/>
            <pc:sldMk cId="593938018" sldId="261"/>
            <ac:spMk id="4" creationId="{A1BFE004-CE88-F4C2-46E4-8DF931A4DBED}"/>
          </ac:spMkLst>
        </pc:spChg>
      </pc:sldChg>
      <pc:sldChg chg="modSp new del mod ord setBg">
        <pc:chgData name="Pedro Henrique Peixoto Vila Nova Pedro Vila Nova" userId="9e07fad02557acd6" providerId="LiveId" clId="{40FDDC19-2563-40A1-8AA4-21CB95C39554}" dt="2024-11-26T22:06:14.219" v="15024" actId="2696"/>
        <pc:sldMkLst>
          <pc:docMk/>
          <pc:sldMk cId="1717593864" sldId="262"/>
        </pc:sldMkLst>
        <pc:spChg chg="mod">
          <ac:chgData name="Pedro Henrique Peixoto Vila Nova Pedro Vila Nova" userId="9e07fad02557acd6" providerId="LiveId" clId="{40FDDC19-2563-40A1-8AA4-21CB95C39554}" dt="2024-11-18T20:56:08.685" v="5663"/>
          <ac:spMkLst>
            <pc:docMk/>
            <pc:sldMk cId="1717593864" sldId="262"/>
            <ac:spMk id="2" creationId="{3FF746BC-2876-6523-EBB7-FC81C58EF297}"/>
          </ac:spMkLst>
        </pc:spChg>
        <pc:spChg chg="mod">
          <ac:chgData name="Pedro Henrique Peixoto Vila Nova Pedro Vila Nova" userId="9e07fad02557acd6" providerId="LiveId" clId="{40FDDC19-2563-40A1-8AA4-21CB95C39554}" dt="2024-11-26T21:20:25.068" v="14137" actId="14100"/>
          <ac:spMkLst>
            <pc:docMk/>
            <pc:sldMk cId="1717593864" sldId="262"/>
            <ac:spMk id="3" creationId="{D9E03AC5-4065-DE2F-DBAC-780A9FDB4487}"/>
          </ac:spMkLst>
        </pc:spChg>
        <pc:spChg chg="mod">
          <ac:chgData name="Pedro Henrique Peixoto Vila Nova Pedro Vila Nova" userId="9e07fad02557acd6" providerId="LiveId" clId="{40FDDC19-2563-40A1-8AA4-21CB95C39554}" dt="2024-11-14T21:36:32.580" v="3113" actId="2711"/>
          <ac:spMkLst>
            <pc:docMk/>
            <pc:sldMk cId="1717593864" sldId="262"/>
            <ac:spMk id="4" creationId="{EDDE00D4-C5C8-A79C-04C9-86AC36B8F338}"/>
          </ac:spMkLst>
        </pc:spChg>
      </pc:sldChg>
      <pc:sldChg chg="addSp delSp modSp new mod setBg">
        <pc:chgData name="Pedro Henrique Peixoto Vila Nova Pedro Vila Nova" userId="9e07fad02557acd6" providerId="LiveId" clId="{40FDDC19-2563-40A1-8AA4-21CB95C39554}" dt="2024-11-20T19:47:44.298" v="9788" actId="14100"/>
        <pc:sldMkLst>
          <pc:docMk/>
          <pc:sldMk cId="3398275866" sldId="263"/>
        </pc:sldMkLst>
        <pc:spChg chg="mod">
          <ac:chgData name="Pedro Henrique Peixoto Vila Nova Pedro Vila Nova" userId="9e07fad02557acd6" providerId="LiveId" clId="{40FDDC19-2563-40A1-8AA4-21CB95C39554}" dt="2024-11-18T20:57:43.001" v="5747" actId="20577"/>
          <ac:spMkLst>
            <pc:docMk/>
            <pc:sldMk cId="3398275866" sldId="263"/>
            <ac:spMk id="2" creationId="{17B07A4C-ED58-4F54-EC74-3DE2AF49889C}"/>
          </ac:spMkLst>
        </pc:spChg>
        <pc:spChg chg="mod">
          <ac:chgData name="Pedro Henrique Peixoto Vila Nova Pedro Vila Nova" userId="9e07fad02557acd6" providerId="LiveId" clId="{40FDDC19-2563-40A1-8AA4-21CB95C39554}" dt="2024-11-20T19:47:37.850" v="9784" actId="14100"/>
          <ac:spMkLst>
            <pc:docMk/>
            <pc:sldMk cId="3398275866" sldId="263"/>
            <ac:spMk id="3" creationId="{BB198A10-52BC-213A-A30E-E833EA28C573}"/>
          </ac:spMkLst>
        </pc:spChg>
        <pc:spChg chg="mod">
          <ac:chgData name="Pedro Henrique Peixoto Vila Nova Pedro Vila Nova" userId="9e07fad02557acd6" providerId="LiveId" clId="{40FDDC19-2563-40A1-8AA4-21CB95C39554}" dt="2024-11-14T23:14:29.303" v="4413"/>
          <ac:spMkLst>
            <pc:docMk/>
            <pc:sldMk cId="3398275866" sldId="263"/>
            <ac:spMk id="4" creationId="{43E7616C-9CF9-37A2-0005-4A7E04F4C6E5}"/>
          </ac:spMkLst>
        </pc:spChg>
        <pc:picChg chg="add del mod">
          <ac:chgData name="Pedro Henrique Peixoto Vila Nova Pedro Vila Nova" userId="9e07fad02557acd6" providerId="LiveId" clId="{40FDDC19-2563-40A1-8AA4-21CB95C39554}" dt="2024-11-20T19:47:13.233" v="9778" actId="478"/>
          <ac:picMkLst>
            <pc:docMk/>
            <pc:sldMk cId="3398275866" sldId="263"/>
            <ac:picMk id="6" creationId="{64CB0D6B-72BE-625E-AFCA-CD6C72154EC0}"/>
          </ac:picMkLst>
        </pc:picChg>
        <pc:picChg chg="add mod">
          <ac:chgData name="Pedro Henrique Peixoto Vila Nova Pedro Vila Nova" userId="9e07fad02557acd6" providerId="LiveId" clId="{40FDDC19-2563-40A1-8AA4-21CB95C39554}" dt="2024-11-20T19:47:44.298" v="9788" actId="14100"/>
          <ac:picMkLst>
            <pc:docMk/>
            <pc:sldMk cId="3398275866" sldId="263"/>
            <ac:picMk id="7" creationId="{5E9DC930-E302-E5FB-3450-93B3977098AD}"/>
          </ac:picMkLst>
        </pc:picChg>
      </pc:sldChg>
      <pc:sldChg chg="addSp delSp modSp new del mod">
        <pc:chgData name="Pedro Henrique Peixoto Vila Nova Pedro Vila Nova" userId="9e07fad02557acd6" providerId="LiveId" clId="{40FDDC19-2563-40A1-8AA4-21CB95C39554}" dt="2024-11-26T21:08:50.663" v="13798" actId="2696"/>
        <pc:sldMkLst>
          <pc:docMk/>
          <pc:sldMk cId="2630116291" sldId="264"/>
        </pc:sldMkLst>
        <pc:spChg chg="mod">
          <ac:chgData name="Pedro Henrique Peixoto Vila Nova Pedro Vila Nova" userId="9e07fad02557acd6" providerId="LiveId" clId="{40FDDC19-2563-40A1-8AA4-21CB95C39554}" dt="2024-11-14T22:47:48.556" v="3845" actId="115"/>
          <ac:spMkLst>
            <pc:docMk/>
            <pc:sldMk cId="2630116291" sldId="264"/>
            <ac:spMk id="2" creationId="{CFD9C88A-C9CA-FB6E-72E9-B99294477043}"/>
          </ac:spMkLst>
        </pc:spChg>
        <pc:spChg chg="mod">
          <ac:chgData name="Pedro Henrique Peixoto Vila Nova Pedro Vila Nova" userId="9e07fad02557acd6" providerId="LiveId" clId="{40FDDC19-2563-40A1-8AA4-21CB95C39554}" dt="2024-11-18T22:37:51.219" v="7890" actId="20577"/>
          <ac:spMkLst>
            <pc:docMk/>
            <pc:sldMk cId="2630116291" sldId="264"/>
            <ac:spMk id="3" creationId="{FD80E1EA-7CF1-394B-4DBB-D345182AF2D5}"/>
          </ac:spMkLst>
        </pc:spChg>
        <pc:spChg chg="mod">
          <ac:chgData name="Pedro Henrique Peixoto Vila Nova Pedro Vila Nova" userId="9e07fad02557acd6" providerId="LiveId" clId="{40FDDC19-2563-40A1-8AA4-21CB95C39554}" dt="2024-11-14T22:52:32.958" v="4030" actId="2711"/>
          <ac:spMkLst>
            <pc:docMk/>
            <pc:sldMk cId="2630116291" sldId="264"/>
            <ac:spMk id="4" creationId="{E047DC6B-FAB7-EFAD-A23D-B48F7CEC68B5}"/>
          </ac:spMkLst>
        </pc:spChg>
        <pc:spChg chg="add del">
          <ac:chgData name="Pedro Henrique Peixoto Vila Nova Pedro Vila Nova" userId="9e07fad02557acd6" providerId="LiveId" clId="{40FDDC19-2563-40A1-8AA4-21CB95C39554}" dt="2024-11-14T22:50:08.878" v="3984"/>
          <ac:spMkLst>
            <pc:docMk/>
            <pc:sldMk cId="2630116291" sldId="264"/>
            <ac:spMk id="5" creationId="{EB640935-F46B-E5DA-5EA2-FAC6206715D2}"/>
          </ac:spMkLst>
        </pc:spChg>
        <pc:spChg chg="add del mod">
          <ac:chgData name="Pedro Henrique Peixoto Vila Nova Pedro Vila Nova" userId="9e07fad02557acd6" providerId="LiveId" clId="{40FDDC19-2563-40A1-8AA4-21CB95C39554}" dt="2024-11-14T22:50:07.687" v="3983"/>
          <ac:spMkLst>
            <pc:docMk/>
            <pc:sldMk cId="2630116291" sldId="264"/>
            <ac:spMk id="6" creationId="{0950BF69-B121-BAB6-9FF4-570E33102D50}"/>
          </ac:spMkLst>
        </pc:spChg>
        <pc:spChg chg="add del">
          <ac:chgData name="Pedro Henrique Peixoto Vila Nova Pedro Vila Nova" userId="9e07fad02557acd6" providerId="LiveId" clId="{40FDDC19-2563-40A1-8AA4-21CB95C39554}" dt="2024-11-14T22:50:13.321" v="3986"/>
          <ac:spMkLst>
            <pc:docMk/>
            <pc:sldMk cId="2630116291" sldId="264"/>
            <ac:spMk id="7" creationId="{064398A9-539F-3E17-2C9A-231BB46F9A83}"/>
          </ac:spMkLst>
        </pc:spChg>
        <pc:spChg chg="add del">
          <ac:chgData name="Pedro Henrique Peixoto Vila Nova Pedro Vila Nova" userId="9e07fad02557acd6" providerId="LiveId" clId="{40FDDC19-2563-40A1-8AA4-21CB95C39554}" dt="2024-11-14T22:50:16.662" v="3989"/>
          <ac:spMkLst>
            <pc:docMk/>
            <pc:sldMk cId="2630116291" sldId="264"/>
            <ac:spMk id="8" creationId="{5C3DF978-D094-0B6D-73ED-209DF5A5C5A4}"/>
          </ac:spMkLst>
        </pc:spChg>
        <pc:spChg chg="add del">
          <ac:chgData name="Pedro Henrique Peixoto Vila Nova Pedro Vila Nova" userId="9e07fad02557acd6" providerId="LiveId" clId="{40FDDC19-2563-40A1-8AA4-21CB95C39554}" dt="2024-11-14T22:50:20.481" v="3992"/>
          <ac:spMkLst>
            <pc:docMk/>
            <pc:sldMk cId="2630116291" sldId="264"/>
            <ac:spMk id="9" creationId="{6A185805-46AB-289B-26A1-1DD2C1940F85}"/>
          </ac:spMkLst>
        </pc:spChg>
        <pc:spChg chg="add del">
          <ac:chgData name="Pedro Henrique Peixoto Vila Nova Pedro Vila Nova" userId="9e07fad02557acd6" providerId="LiveId" clId="{40FDDC19-2563-40A1-8AA4-21CB95C39554}" dt="2024-11-14T22:54:54.575" v="4119"/>
          <ac:spMkLst>
            <pc:docMk/>
            <pc:sldMk cId="2630116291" sldId="264"/>
            <ac:spMk id="10" creationId="{CA13BB16-B460-39C1-140D-3EF3092ED659}"/>
          </ac:spMkLst>
        </pc:spChg>
        <pc:picChg chg="add mod">
          <ac:chgData name="Pedro Henrique Peixoto Vila Nova Pedro Vila Nova" userId="9e07fad02557acd6" providerId="LiveId" clId="{40FDDC19-2563-40A1-8AA4-21CB95C39554}" dt="2024-11-14T23:00:32.146" v="4235" actId="14861"/>
          <ac:picMkLst>
            <pc:docMk/>
            <pc:sldMk cId="2630116291" sldId="264"/>
            <ac:picMk id="12" creationId="{563225B6-ACFC-DF0B-6F66-0B676F867112}"/>
          </ac:picMkLst>
        </pc:picChg>
      </pc:sldChg>
      <pc:sldChg chg="addSp modSp new del mod">
        <pc:chgData name="Pedro Henrique Peixoto Vila Nova Pedro Vila Nova" userId="9e07fad02557acd6" providerId="LiveId" clId="{40FDDC19-2563-40A1-8AA4-21CB95C39554}" dt="2024-11-26T21:08:48.822" v="13797" actId="2696"/>
        <pc:sldMkLst>
          <pc:docMk/>
          <pc:sldMk cId="3830618154" sldId="265"/>
        </pc:sldMkLst>
        <pc:spChg chg="mod">
          <ac:chgData name="Pedro Henrique Peixoto Vila Nova Pedro Vila Nova" userId="9e07fad02557acd6" providerId="LiveId" clId="{40FDDC19-2563-40A1-8AA4-21CB95C39554}" dt="2024-11-14T23:05:38.604" v="4240" actId="122"/>
          <ac:spMkLst>
            <pc:docMk/>
            <pc:sldMk cId="3830618154" sldId="265"/>
            <ac:spMk id="2" creationId="{CF226E3D-D12E-8B77-AA5C-D91F755EA95F}"/>
          </ac:spMkLst>
        </pc:spChg>
        <pc:spChg chg="mod">
          <ac:chgData name="Pedro Henrique Peixoto Vila Nova Pedro Vila Nova" userId="9e07fad02557acd6" providerId="LiveId" clId="{40FDDC19-2563-40A1-8AA4-21CB95C39554}" dt="2024-11-14T23:10:15.109" v="4385"/>
          <ac:spMkLst>
            <pc:docMk/>
            <pc:sldMk cId="3830618154" sldId="265"/>
            <ac:spMk id="3" creationId="{684B8385-54DA-0ABA-495C-2CF0136B1AF9}"/>
          </ac:spMkLst>
        </pc:spChg>
        <pc:spChg chg="mod">
          <ac:chgData name="Pedro Henrique Peixoto Vila Nova Pedro Vila Nova" userId="9e07fad02557acd6" providerId="LiveId" clId="{40FDDC19-2563-40A1-8AA4-21CB95C39554}" dt="2024-11-14T23:10:44.430" v="4387" actId="2711"/>
          <ac:spMkLst>
            <pc:docMk/>
            <pc:sldMk cId="3830618154" sldId="265"/>
            <ac:spMk id="4" creationId="{DFF3AD50-C040-C5B5-F23F-ACEBCB375CBA}"/>
          </ac:spMkLst>
        </pc:spChg>
        <pc:picChg chg="add mod">
          <ac:chgData name="Pedro Henrique Peixoto Vila Nova Pedro Vila Nova" userId="9e07fad02557acd6" providerId="LiveId" clId="{40FDDC19-2563-40A1-8AA4-21CB95C39554}" dt="2024-11-14T23:08:39.206" v="4361" actId="1076"/>
          <ac:picMkLst>
            <pc:docMk/>
            <pc:sldMk cId="3830618154" sldId="265"/>
            <ac:picMk id="5" creationId="{39ED5D02-D8B8-1D7C-2168-EE073E88CBC9}"/>
          </ac:picMkLst>
        </pc:picChg>
      </pc:sldChg>
      <pc:sldChg chg="addSp delSp modSp new mod setBg">
        <pc:chgData name="Pedro Henrique Peixoto Vila Nova Pedro Vila Nova" userId="9e07fad02557acd6" providerId="LiveId" clId="{40FDDC19-2563-40A1-8AA4-21CB95C39554}" dt="2024-11-28T02:22:08.755" v="16376" actId="207"/>
        <pc:sldMkLst>
          <pc:docMk/>
          <pc:sldMk cId="250012590" sldId="266"/>
        </pc:sldMkLst>
        <pc:spChg chg="mod">
          <ac:chgData name="Pedro Henrique Peixoto Vila Nova Pedro Vila Nova" userId="9e07fad02557acd6" providerId="LiveId" clId="{40FDDC19-2563-40A1-8AA4-21CB95C39554}" dt="2024-11-28T02:22:08.755" v="16376" actId="207"/>
          <ac:spMkLst>
            <pc:docMk/>
            <pc:sldMk cId="250012590" sldId="266"/>
            <ac:spMk id="2" creationId="{7515038A-3B57-662A-960D-8E59E7857904}"/>
          </ac:spMkLst>
        </pc:spChg>
        <pc:spChg chg="mod">
          <ac:chgData name="Pedro Henrique Peixoto Vila Nova Pedro Vila Nova" userId="9e07fad02557acd6" providerId="LiveId" clId="{40FDDC19-2563-40A1-8AA4-21CB95C39554}" dt="2024-11-28T02:15:13.412" v="16214" actId="20577"/>
          <ac:spMkLst>
            <pc:docMk/>
            <pc:sldMk cId="250012590" sldId="266"/>
            <ac:spMk id="3" creationId="{38B57CF4-5142-0A64-5ACE-543FF2F614CE}"/>
          </ac:spMkLst>
        </pc:spChg>
        <pc:spChg chg="mod">
          <ac:chgData name="Pedro Henrique Peixoto Vila Nova Pedro Vila Nova" userId="9e07fad02557acd6" providerId="LiveId" clId="{40FDDC19-2563-40A1-8AA4-21CB95C39554}" dt="2024-11-14T23:15:13.898" v="4419" actId="2711"/>
          <ac:spMkLst>
            <pc:docMk/>
            <pc:sldMk cId="250012590" sldId="266"/>
            <ac:spMk id="4" creationId="{F0FAAFC5-7DF9-61DC-F5CC-1AA6ABE13908}"/>
          </ac:spMkLst>
        </pc:spChg>
        <pc:picChg chg="add mod modCrop">
          <ac:chgData name="Pedro Henrique Peixoto Vila Nova Pedro Vila Nova" userId="9e07fad02557acd6" providerId="LiveId" clId="{40FDDC19-2563-40A1-8AA4-21CB95C39554}" dt="2024-11-28T01:31:33.303" v="16002" actId="14100"/>
          <ac:picMkLst>
            <pc:docMk/>
            <pc:sldMk cId="250012590" sldId="266"/>
            <ac:picMk id="6" creationId="{578FBFFE-C2EB-8C56-1905-E37AD6C9B545}"/>
          </ac:picMkLst>
        </pc:picChg>
        <pc:picChg chg="add del mod">
          <ac:chgData name="Pedro Henrique Peixoto Vila Nova Pedro Vila Nova" userId="9e07fad02557acd6" providerId="LiveId" clId="{40FDDC19-2563-40A1-8AA4-21CB95C39554}" dt="2024-11-26T19:40:03.102" v="13244" actId="478"/>
          <ac:picMkLst>
            <pc:docMk/>
            <pc:sldMk cId="250012590" sldId="266"/>
            <ac:picMk id="6" creationId="{7FD427D1-5421-E31D-7410-2050879D3AE9}"/>
          </ac:picMkLst>
        </pc:picChg>
        <pc:picChg chg="add mod modCrop">
          <ac:chgData name="Pedro Henrique Peixoto Vila Nova Pedro Vila Nova" userId="9e07fad02557acd6" providerId="LiveId" clId="{40FDDC19-2563-40A1-8AA4-21CB95C39554}" dt="2024-11-28T01:32:48.222" v="16028" actId="14100"/>
          <ac:picMkLst>
            <pc:docMk/>
            <pc:sldMk cId="250012590" sldId="266"/>
            <ac:picMk id="7" creationId="{1081EB02-05D1-AA6A-64C8-844DE2EC53CF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7T16:59:56.570" v="15649" actId="478"/>
          <ac:picMkLst>
            <pc:docMk/>
            <pc:sldMk cId="250012590" sldId="266"/>
            <ac:picMk id="7" creationId="{32D109A5-8F38-0902-81DD-25DD5E4BB543}"/>
          </ac:picMkLst>
        </pc:picChg>
        <pc:picChg chg="add del mod">
          <ac:chgData name="Pedro Henrique Peixoto Vila Nova Pedro Vila Nova" userId="9e07fad02557acd6" providerId="LiveId" clId="{40FDDC19-2563-40A1-8AA4-21CB95C39554}" dt="2024-11-26T19:41:02.088" v="13262" actId="478"/>
          <ac:picMkLst>
            <pc:docMk/>
            <pc:sldMk cId="250012590" sldId="266"/>
            <ac:picMk id="8" creationId="{CC34A0E8-3B20-935F-71A9-099BAE3BEE01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0:24:17.943" v="15908" actId="478"/>
          <ac:picMkLst>
            <pc:docMk/>
            <pc:sldMk cId="250012590" sldId="266"/>
            <ac:picMk id="9" creationId="{D0B61E4F-D6D1-26E9-1745-BFECB0207A61}"/>
          </ac:picMkLst>
        </pc:picChg>
        <pc:picChg chg="add mod modCrop">
          <ac:chgData name="Pedro Henrique Peixoto Vila Nova Pedro Vila Nova" userId="9e07fad02557acd6" providerId="LiveId" clId="{40FDDC19-2563-40A1-8AA4-21CB95C39554}" dt="2024-11-28T01:32:49.901" v="16029" actId="1076"/>
          <ac:picMkLst>
            <pc:docMk/>
            <pc:sldMk cId="250012590" sldId="266"/>
            <ac:picMk id="10" creationId="{C238460B-3200-B9CC-297A-9F310058A13B}"/>
          </ac:picMkLst>
        </pc:picChg>
        <pc:picChg chg="add del mod">
          <ac:chgData name="Pedro Henrique Peixoto Vila Nova Pedro Vila Nova" userId="9e07fad02557acd6" providerId="LiveId" clId="{40FDDC19-2563-40A1-8AA4-21CB95C39554}" dt="2024-11-26T19:42:35.303" v="13275" actId="478"/>
          <ac:picMkLst>
            <pc:docMk/>
            <pc:sldMk cId="250012590" sldId="266"/>
            <ac:picMk id="10" creationId="{F6702FD4-866B-5683-BB49-754E6A594E46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6T19:58:13.185" v="13311" actId="478"/>
          <ac:picMkLst>
            <pc:docMk/>
            <pc:sldMk cId="250012590" sldId="266"/>
            <ac:picMk id="11" creationId="{F48AB8C9-3A7F-1D3E-1AA9-1775DFDD41B7}"/>
          </ac:picMkLst>
        </pc:picChg>
        <pc:picChg chg="add mod modCrop">
          <ac:chgData name="Pedro Henrique Peixoto Vila Nova Pedro Vila Nova" userId="9e07fad02557acd6" providerId="LiveId" clId="{40FDDC19-2563-40A1-8AA4-21CB95C39554}" dt="2024-11-28T01:32:55.395" v="16032" actId="14100"/>
          <ac:picMkLst>
            <pc:docMk/>
            <pc:sldMk cId="250012590" sldId="266"/>
            <ac:picMk id="12" creationId="{19F29B9E-E50D-1856-EC81-AC83E494A810}"/>
          </ac:picMkLst>
        </pc:picChg>
        <pc:picChg chg="add del mod">
          <ac:chgData name="Pedro Henrique Peixoto Vila Nova Pedro Vila Nova" userId="9e07fad02557acd6" providerId="LiveId" clId="{40FDDC19-2563-40A1-8AA4-21CB95C39554}" dt="2024-11-26T19:44:15.811" v="13294" actId="478"/>
          <ac:picMkLst>
            <pc:docMk/>
            <pc:sldMk cId="250012590" sldId="266"/>
            <ac:picMk id="12" creationId="{9FA73A6E-353D-D03B-B35C-C910FE16EBB4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1:30:28.254" v="15979" actId="478"/>
          <ac:picMkLst>
            <pc:docMk/>
            <pc:sldMk cId="250012590" sldId="266"/>
            <ac:picMk id="14" creationId="{4BE795DA-2B02-7DD5-34CC-012FACFA7FAA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7T17:00:31.611" v="15664" actId="478"/>
          <ac:picMkLst>
            <pc:docMk/>
            <pc:sldMk cId="250012590" sldId="266"/>
            <ac:picMk id="16" creationId="{3B53F24E-436B-B572-D021-E6FF1337F621}"/>
          </ac:picMkLst>
        </pc:picChg>
        <pc:picChg chg="add mod modCrop">
          <ac:chgData name="Pedro Henrique Peixoto Vila Nova Pedro Vila Nova" userId="9e07fad02557acd6" providerId="LiveId" clId="{40FDDC19-2563-40A1-8AA4-21CB95C39554}" dt="2024-11-28T01:33:04.235" v="16033" actId="14100"/>
          <ac:picMkLst>
            <pc:docMk/>
            <pc:sldMk cId="250012590" sldId="266"/>
            <ac:picMk id="18" creationId="{1FE05594-4C5A-824B-1A53-BA3B04714286}"/>
          </ac:picMkLst>
        </pc:picChg>
      </pc:sldChg>
      <pc:sldChg chg="addSp delSp modSp new mod setBg">
        <pc:chgData name="Pedro Henrique Peixoto Vila Nova Pedro Vila Nova" userId="9e07fad02557acd6" providerId="LiveId" clId="{40FDDC19-2563-40A1-8AA4-21CB95C39554}" dt="2024-11-28T02:22:16.277" v="16377" actId="207"/>
        <pc:sldMkLst>
          <pc:docMk/>
          <pc:sldMk cId="1400947117" sldId="267"/>
        </pc:sldMkLst>
        <pc:spChg chg="mod">
          <ac:chgData name="Pedro Henrique Peixoto Vila Nova Pedro Vila Nova" userId="9e07fad02557acd6" providerId="LiveId" clId="{40FDDC19-2563-40A1-8AA4-21CB95C39554}" dt="2024-11-28T02:22:16.277" v="16377" actId="207"/>
          <ac:spMkLst>
            <pc:docMk/>
            <pc:sldMk cId="1400947117" sldId="267"/>
            <ac:spMk id="2" creationId="{4C3CA594-1313-FA83-3CD3-91B25803FADE}"/>
          </ac:spMkLst>
        </pc:spChg>
        <pc:spChg chg="mod">
          <ac:chgData name="Pedro Henrique Peixoto Vila Nova Pedro Vila Nova" userId="9e07fad02557acd6" providerId="LiveId" clId="{40FDDC19-2563-40A1-8AA4-21CB95C39554}" dt="2024-11-28T02:16:46.317" v="16246" actId="20577"/>
          <ac:spMkLst>
            <pc:docMk/>
            <pc:sldMk cId="1400947117" sldId="267"/>
            <ac:spMk id="3" creationId="{1C829059-2729-4A5C-D083-736A61E8667E}"/>
          </ac:spMkLst>
        </pc:spChg>
        <pc:spChg chg="mod">
          <ac:chgData name="Pedro Henrique Peixoto Vila Nova Pedro Vila Nova" userId="9e07fad02557acd6" providerId="LiveId" clId="{40FDDC19-2563-40A1-8AA4-21CB95C39554}" dt="2024-11-18T21:15:00.630" v="6027" actId="2711"/>
          <ac:spMkLst>
            <pc:docMk/>
            <pc:sldMk cId="1400947117" sldId="267"/>
            <ac:spMk id="4" creationId="{D54B1076-4F92-5145-EECD-EF6DDCB761A7}"/>
          </ac:spMkLst>
        </pc:spChg>
        <pc:spChg chg="add del">
          <ac:chgData name="Pedro Henrique Peixoto Vila Nova Pedro Vila Nova" userId="9e07fad02557acd6" providerId="LiveId" clId="{40FDDC19-2563-40A1-8AA4-21CB95C39554}" dt="2024-11-18T22:02:18.508" v="7473"/>
          <ac:spMkLst>
            <pc:docMk/>
            <pc:sldMk cId="1400947117" sldId="267"/>
            <ac:spMk id="5" creationId="{9CCE188B-E5AD-4D26-A9F0-A11C3C8651CC}"/>
          </ac:spMkLst>
        </pc:spChg>
      </pc:sldChg>
      <pc:sldChg chg="modSp new mod setBg">
        <pc:chgData name="Pedro Henrique Peixoto Vila Nova Pedro Vila Nova" userId="9e07fad02557acd6" providerId="LiveId" clId="{40FDDC19-2563-40A1-8AA4-21CB95C39554}" dt="2024-11-28T02:22:23.419" v="16379" actId="207"/>
        <pc:sldMkLst>
          <pc:docMk/>
          <pc:sldMk cId="3206185219" sldId="268"/>
        </pc:sldMkLst>
        <pc:spChg chg="mod">
          <ac:chgData name="Pedro Henrique Peixoto Vila Nova Pedro Vila Nova" userId="9e07fad02557acd6" providerId="LiveId" clId="{40FDDC19-2563-40A1-8AA4-21CB95C39554}" dt="2024-11-28T02:22:23.419" v="16379" actId="207"/>
          <ac:spMkLst>
            <pc:docMk/>
            <pc:sldMk cId="3206185219" sldId="268"/>
            <ac:spMk id="2" creationId="{7496946C-C5BC-1D26-15CC-2251FFCA9485}"/>
          </ac:spMkLst>
        </pc:spChg>
        <pc:spChg chg="mod">
          <ac:chgData name="Pedro Henrique Peixoto Vila Nova Pedro Vila Nova" userId="9e07fad02557acd6" providerId="LiveId" clId="{40FDDC19-2563-40A1-8AA4-21CB95C39554}" dt="2024-11-28T00:22:19.909" v="15906" actId="1076"/>
          <ac:spMkLst>
            <pc:docMk/>
            <pc:sldMk cId="3206185219" sldId="268"/>
            <ac:spMk id="3" creationId="{6AB12878-8E10-D618-8461-8F0ECCB1793D}"/>
          </ac:spMkLst>
        </pc:spChg>
        <pc:spChg chg="mod">
          <ac:chgData name="Pedro Henrique Peixoto Vila Nova Pedro Vila Nova" userId="9e07fad02557acd6" providerId="LiveId" clId="{40FDDC19-2563-40A1-8AA4-21CB95C39554}" dt="2024-11-18T22:32:56.349" v="7889" actId="2711"/>
          <ac:spMkLst>
            <pc:docMk/>
            <pc:sldMk cId="3206185219" sldId="268"/>
            <ac:spMk id="4" creationId="{CF8A8700-0EF7-A55B-6E2B-F8026E934AB3}"/>
          </ac:spMkLst>
        </pc:spChg>
      </pc:sldChg>
      <pc:sldChg chg="modSp new del mod setBg">
        <pc:chgData name="Pedro Henrique Peixoto Vila Nova Pedro Vila Nova" userId="9e07fad02557acd6" providerId="LiveId" clId="{40FDDC19-2563-40A1-8AA4-21CB95C39554}" dt="2024-11-22T21:43:14.741" v="11791" actId="2696"/>
        <pc:sldMkLst>
          <pc:docMk/>
          <pc:sldMk cId="2279603502" sldId="269"/>
        </pc:sldMkLst>
        <pc:spChg chg="mod">
          <ac:chgData name="Pedro Henrique Peixoto Vila Nova Pedro Vila Nova" userId="9e07fad02557acd6" providerId="LiveId" clId="{40FDDC19-2563-40A1-8AA4-21CB95C39554}" dt="2024-11-18T22:45:55.361" v="7904" actId="122"/>
          <ac:spMkLst>
            <pc:docMk/>
            <pc:sldMk cId="2279603502" sldId="269"/>
            <ac:spMk id="2" creationId="{6610AF7F-DB38-0857-19F4-1EE1DF467C32}"/>
          </ac:spMkLst>
        </pc:spChg>
        <pc:spChg chg="mod">
          <ac:chgData name="Pedro Henrique Peixoto Vila Nova Pedro Vila Nova" userId="9e07fad02557acd6" providerId="LiveId" clId="{40FDDC19-2563-40A1-8AA4-21CB95C39554}" dt="2024-11-18T23:13:39.146" v="9500" actId="20577"/>
          <ac:spMkLst>
            <pc:docMk/>
            <pc:sldMk cId="2279603502" sldId="269"/>
            <ac:spMk id="3" creationId="{731B6F00-FCAA-A075-D1CE-E49B2AACB188}"/>
          </ac:spMkLst>
        </pc:spChg>
        <pc:spChg chg="mod">
          <ac:chgData name="Pedro Henrique Peixoto Vila Nova Pedro Vila Nova" userId="9e07fad02557acd6" providerId="LiveId" clId="{40FDDC19-2563-40A1-8AA4-21CB95C39554}" dt="2024-11-18T22:48:24.025" v="8108" actId="2711"/>
          <ac:spMkLst>
            <pc:docMk/>
            <pc:sldMk cId="2279603502" sldId="269"/>
            <ac:spMk id="4" creationId="{155F84AE-E18A-9851-4DFD-8E799A3B04EB}"/>
          </ac:spMkLst>
        </pc:spChg>
      </pc:sldChg>
      <pc:sldChg chg="addSp delSp modSp new mod ord setBg">
        <pc:chgData name="Pedro Henrique Peixoto Vila Nova Pedro Vila Nova" userId="9e07fad02557acd6" providerId="LiveId" clId="{40FDDC19-2563-40A1-8AA4-21CB95C39554}" dt="2024-11-28T02:22:26.468" v="16380" actId="207"/>
        <pc:sldMkLst>
          <pc:docMk/>
          <pc:sldMk cId="3416006245" sldId="270"/>
        </pc:sldMkLst>
        <pc:spChg chg="mod">
          <ac:chgData name="Pedro Henrique Peixoto Vila Nova Pedro Vila Nova" userId="9e07fad02557acd6" providerId="LiveId" clId="{40FDDC19-2563-40A1-8AA4-21CB95C39554}" dt="2024-11-28T02:22:26.468" v="16380" actId="207"/>
          <ac:spMkLst>
            <pc:docMk/>
            <pc:sldMk cId="3416006245" sldId="270"/>
            <ac:spMk id="2" creationId="{8B49F533-0C94-7A9F-9EF1-B693ECFFAC94}"/>
          </ac:spMkLst>
        </pc:spChg>
        <pc:spChg chg="mod">
          <ac:chgData name="Pedro Henrique Peixoto Vila Nova Pedro Vila Nova" userId="9e07fad02557acd6" providerId="LiveId" clId="{40FDDC19-2563-40A1-8AA4-21CB95C39554}" dt="2024-11-28T02:21:06.728" v="16366" actId="14100"/>
          <ac:spMkLst>
            <pc:docMk/>
            <pc:sldMk cId="3416006245" sldId="270"/>
            <ac:spMk id="3" creationId="{9189B8B9-BD4C-1ACD-BADF-0E44CDD25932}"/>
          </ac:spMkLst>
        </pc:spChg>
        <pc:spChg chg="mod">
          <ac:chgData name="Pedro Henrique Peixoto Vila Nova Pedro Vila Nova" userId="9e07fad02557acd6" providerId="LiveId" clId="{40FDDC19-2563-40A1-8AA4-21CB95C39554}" dt="2024-11-19T20:53:43.029" v="9660" actId="2711"/>
          <ac:spMkLst>
            <pc:docMk/>
            <pc:sldMk cId="3416006245" sldId="270"/>
            <ac:spMk id="4" creationId="{B473CA7C-381A-C2D4-0823-6AED01E6FDF0}"/>
          </ac:spMkLst>
        </pc:spChg>
        <pc:picChg chg="add del mod modCrop">
          <ac:chgData name="Pedro Henrique Peixoto Vila Nova Pedro Vila Nova" userId="9e07fad02557acd6" providerId="LiveId" clId="{40FDDC19-2563-40A1-8AA4-21CB95C39554}" dt="2024-11-27T17:10:15.730" v="15741" actId="478"/>
          <ac:picMkLst>
            <pc:docMk/>
            <pc:sldMk cId="3416006245" sldId="270"/>
            <ac:picMk id="6" creationId="{5003C20C-776A-C8F8-C70F-979AD1762429}"/>
          </ac:picMkLst>
        </pc:picChg>
        <pc:picChg chg="add del mod">
          <ac:chgData name="Pedro Henrique Peixoto Vila Nova Pedro Vila Nova" userId="9e07fad02557acd6" providerId="LiveId" clId="{40FDDC19-2563-40A1-8AA4-21CB95C39554}" dt="2024-11-26T20:51:21.359" v="13700" actId="478"/>
          <ac:picMkLst>
            <pc:docMk/>
            <pc:sldMk cId="3416006245" sldId="270"/>
            <ac:picMk id="6" creationId="{5FC4B992-4EF6-7B70-2D99-5067B17F77A6}"/>
          </ac:picMkLst>
        </pc:picChg>
        <pc:picChg chg="add mod modCrop">
          <ac:chgData name="Pedro Henrique Peixoto Vila Nova Pedro Vila Nova" userId="9e07fad02557acd6" providerId="LiveId" clId="{40FDDC19-2563-40A1-8AA4-21CB95C39554}" dt="2024-11-28T01:54:56.210" v="16122" actId="14100"/>
          <ac:picMkLst>
            <pc:docMk/>
            <pc:sldMk cId="3416006245" sldId="270"/>
            <ac:picMk id="6" creationId="{F97AABEF-311E-5FB7-D1BF-0D956950EEB6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7T15:11:54.984" v="15624" actId="478"/>
          <ac:picMkLst>
            <pc:docMk/>
            <pc:sldMk cId="3416006245" sldId="270"/>
            <ac:picMk id="7" creationId="{D40BF4EF-1CD6-E2AB-36A7-2E8D30364B27}"/>
          </ac:picMkLst>
        </pc:picChg>
        <pc:picChg chg="add del mod">
          <ac:chgData name="Pedro Henrique Peixoto Vila Nova Pedro Vila Nova" userId="9e07fad02557acd6" providerId="LiveId" clId="{40FDDC19-2563-40A1-8AA4-21CB95C39554}" dt="2024-11-26T21:02:02.628" v="13737" actId="478"/>
          <ac:picMkLst>
            <pc:docMk/>
            <pc:sldMk cId="3416006245" sldId="270"/>
            <ac:picMk id="8" creationId="{7216710B-C948-C726-7091-7C29C3DDBD81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7T17:12:25.803" v="15765" actId="478"/>
          <ac:picMkLst>
            <pc:docMk/>
            <pc:sldMk cId="3416006245" sldId="270"/>
            <ac:picMk id="9" creationId="{155FDE85-6249-80B8-E5A2-2CB4971699BA}"/>
          </ac:picMkLst>
        </pc:picChg>
        <pc:picChg chg="add del mod">
          <ac:chgData name="Pedro Henrique Peixoto Vila Nova Pedro Vila Nova" userId="9e07fad02557acd6" providerId="LiveId" clId="{40FDDC19-2563-40A1-8AA4-21CB95C39554}" dt="2024-11-26T21:02:04.129" v="13738" actId="478"/>
          <ac:picMkLst>
            <pc:docMk/>
            <pc:sldMk cId="3416006245" sldId="270"/>
            <ac:picMk id="10" creationId="{83974898-E156-ACDE-AA6D-8CE5B43F4A8F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7T17:11:54.898" v="15753" actId="478"/>
          <ac:picMkLst>
            <pc:docMk/>
            <pc:sldMk cId="3416006245" sldId="270"/>
            <ac:picMk id="11" creationId="{BFBD5480-DC5E-2A0C-26D6-2B4405BB07FD}"/>
          </ac:picMkLst>
        </pc:picChg>
        <pc:picChg chg="add mod modCrop">
          <ac:chgData name="Pedro Henrique Peixoto Vila Nova Pedro Vila Nova" userId="9e07fad02557acd6" providerId="LiveId" clId="{40FDDC19-2563-40A1-8AA4-21CB95C39554}" dt="2024-11-28T01:54:46.903" v="16117" actId="14100"/>
          <ac:picMkLst>
            <pc:docMk/>
            <pc:sldMk cId="3416006245" sldId="270"/>
            <ac:picMk id="12" creationId="{448AE4C0-C4EB-9D71-9759-2BB3394ECD4F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7T15:15:19.943" v="15638" actId="478"/>
          <ac:picMkLst>
            <pc:docMk/>
            <pc:sldMk cId="3416006245" sldId="270"/>
            <ac:picMk id="13" creationId="{1E650983-588D-0C4F-5656-521A1A915F10}"/>
          </ac:picMkLst>
        </pc:picChg>
        <pc:picChg chg="add mod modCrop">
          <ac:chgData name="Pedro Henrique Peixoto Vila Nova Pedro Vila Nova" userId="9e07fad02557acd6" providerId="LiveId" clId="{40FDDC19-2563-40A1-8AA4-21CB95C39554}" dt="2024-11-28T01:54:48.038" v="16118" actId="1076"/>
          <ac:picMkLst>
            <pc:docMk/>
            <pc:sldMk cId="3416006245" sldId="270"/>
            <ac:picMk id="15" creationId="{DB98D5FC-AAEC-C71A-1202-BF2EA1F3EDBB}"/>
          </ac:picMkLst>
        </pc:picChg>
        <pc:picChg chg="add mod modCrop">
          <ac:chgData name="Pedro Henrique Peixoto Vila Nova Pedro Vila Nova" userId="9e07fad02557acd6" providerId="LiveId" clId="{40FDDC19-2563-40A1-8AA4-21CB95C39554}" dt="2024-11-28T01:54:49.094" v="16119" actId="1076"/>
          <ac:picMkLst>
            <pc:docMk/>
            <pc:sldMk cId="3416006245" sldId="270"/>
            <ac:picMk id="17" creationId="{374EF5AE-1D8B-421E-58B7-67C18CE60E2B}"/>
          </ac:picMkLst>
        </pc:picChg>
      </pc:sldChg>
      <pc:sldChg chg="addSp delSp modSp new mod ord setBg">
        <pc:chgData name="Pedro Henrique Peixoto Vila Nova Pedro Vila Nova" userId="9e07fad02557acd6" providerId="LiveId" clId="{40FDDC19-2563-40A1-8AA4-21CB95C39554}" dt="2024-11-28T02:31:25.386" v="16399"/>
        <pc:sldMkLst>
          <pc:docMk/>
          <pc:sldMk cId="640824399" sldId="271"/>
        </pc:sldMkLst>
        <pc:spChg chg="mod">
          <ac:chgData name="Pedro Henrique Peixoto Vila Nova Pedro Vila Nova" userId="9e07fad02557acd6" providerId="LiveId" clId="{40FDDC19-2563-40A1-8AA4-21CB95C39554}" dt="2024-11-28T02:22:20.071" v="16378" actId="207"/>
          <ac:spMkLst>
            <pc:docMk/>
            <pc:sldMk cId="640824399" sldId="271"/>
            <ac:spMk id="2" creationId="{BA794380-EC2D-8047-08E9-C6B5E68CA1F6}"/>
          </ac:spMkLst>
        </pc:spChg>
        <pc:spChg chg="mod">
          <ac:chgData name="Pedro Henrique Peixoto Vila Nova Pedro Vila Nova" userId="9e07fad02557acd6" providerId="LiveId" clId="{40FDDC19-2563-40A1-8AA4-21CB95C39554}" dt="2024-11-28T02:31:25.386" v="16399"/>
          <ac:spMkLst>
            <pc:docMk/>
            <pc:sldMk cId="640824399" sldId="271"/>
            <ac:spMk id="3" creationId="{6B21F5FB-8A69-3A1E-8F1B-0FAB3FC5606C}"/>
          </ac:spMkLst>
        </pc:spChg>
        <pc:spChg chg="mod">
          <ac:chgData name="Pedro Henrique Peixoto Vila Nova Pedro Vila Nova" userId="9e07fad02557acd6" providerId="LiveId" clId="{40FDDC19-2563-40A1-8AA4-21CB95C39554}" dt="2024-11-19T21:13:21.658" v="9710" actId="2711"/>
          <ac:spMkLst>
            <pc:docMk/>
            <pc:sldMk cId="640824399" sldId="271"/>
            <ac:spMk id="4" creationId="{8FEB4188-A29C-4E90-BE6A-9C28DE274BD8}"/>
          </ac:spMkLst>
        </pc:spChg>
        <pc:picChg chg="add del mod">
          <ac:chgData name="Pedro Henrique Peixoto Vila Nova Pedro Vila Nova" userId="9e07fad02557acd6" providerId="LiveId" clId="{40FDDC19-2563-40A1-8AA4-21CB95C39554}" dt="2024-11-26T18:09:11.246" v="13167" actId="478"/>
          <ac:picMkLst>
            <pc:docMk/>
            <pc:sldMk cId="640824399" sldId="271"/>
            <ac:picMk id="6" creationId="{0471A6D7-91D3-9126-5F73-EDB5C627F27F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1:34:18.009" v="16034" actId="478"/>
          <ac:picMkLst>
            <pc:docMk/>
            <pc:sldMk cId="640824399" sldId="271"/>
            <ac:picMk id="6" creationId="{64AA5BD6-FEC3-951B-AEBC-87ED6B91FFC6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6T18:11:20.438" v="13178" actId="478"/>
          <ac:picMkLst>
            <pc:docMk/>
            <pc:sldMk cId="640824399" sldId="271"/>
            <ac:picMk id="7" creationId="{96AB4AE9-12F0-5764-8A52-8C37F258D72B}"/>
          </ac:picMkLst>
        </pc:picChg>
        <pc:picChg chg="add mod modCrop">
          <ac:chgData name="Pedro Henrique Peixoto Vila Nova Pedro Vila Nova" userId="9e07fad02557acd6" providerId="LiveId" clId="{40FDDC19-2563-40A1-8AA4-21CB95C39554}" dt="2024-11-28T01:34:36.806" v="16043" actId="1076"/>
          <ac:picMkLst>
            <pc:docMk/>
            <pc:sldMk cId="640824399" sldId="271"/>
            <ac:picMk id="7" creationId="{D7EC98EB-FBAD-B294-C0A4-06B3C0074F72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1:35:19.290" v="16045" actId="478"/>
          <ac:picMkLst>
            <pc:docMk/>
            <pc:sldMk cId="640824399" sldId="271"/>
            <ac:picMk id="8" creationId="{0262E080-FD45-3386-4F70-A3067B2108F1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6T19:46:21.170" v="13296" actId="478"/>
          <ac:picMkLst>
            <pc:docMk/>
            <pc:sldMk cId="640824399" sldId="271"/>
            <ac:picMk id="9" creationId="{546C7DC6-4D95-ADB3-819C-74A0CF54B2EE}"/>
          </ac:picMkLst>
        </pc:picChg>
        <pc:picChg chg="add mod modCrop">
          <ac:chgData name="Pedro Henrique Peixoto Vila Nova Pedro Vila Nova" userId="9e07fad02557acd6" providerId="LiveId" clId="{40FDDC19-2563-40A1-8AA4-21CB95C39554}" dt="2024-11-28T01:35:43.046" v="16055" actId="14100"/>
          <ac:picMkLst>
            <pc:docMk/>
            <pc:sldMk cId="640824399" sldId="271"/>
            <ac:picMk id="10" creationId="{2A943920-8737-CE8C-FF75-0EA070E84CDE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7T17:02:12.647" v="15678" actId="478"/>
          <ac:picMkLst>
            <pc:docMk/>
            <pc:sldMk cId="640824399" sldId="271"/>
            <ac:picMk id="11" creationId="{E6DF5E97-134D-825A-066B-490175FDC344}"/>
          </ac:picMkLst>
        </pc:picChg>
      </pc:sldChg>
      <pc:sldChg chg="modSp new mod setBg">
        <pc:chgData name="Pedro Henrique Peixoto Vila Nova Pedro Vila Nova" userId="9e07fad02557acd6" providerId="LiveId" clId="{40FDDC19-2563-40A1-8AA4-21CB95C39554}" dt="2024-11-20T20:43:23.901" v="10630" actId="20577"/>
        <pc:sldMkLst>
          <pc:docMk/>
          <pc:sldMk cId="2915614884" sldId="272"/>
        </pc:sldMkLst>
        <pc:spChg chg="mod">
          <ac:chgData name="Pedro Henrique Peixoto Vila Nova Pedro Vila Nova" userId="9e07fad02557acd6" providerId="LiveId" clId="{40FDDC19-2563-40A1-8AA4-21CB95C39554}" dt="2024-11-20T20:43:23.901" v="10630" actId="20577"/>
          <ac:spMkLst>
            <pc:docMk/>
            <pc:sldMk cId="2915614884" sldId="272"/>
            <ac:spMk id="2" creationId="{239CF518-C98A-56F6-9631-C94171D4A09F}"/>
          </ac:spMkLst>
        </pc:spChg>
        <pc:spChg chg="mod">
          <ac:chgData name="Pedro Henrique Peixoto Vila Nova Pedro Vila Nova" userId="9e07fad02557acd6" providerId="LiveId" clId="{40FDDC19-2563-40A1-8AA4-21CB95C39554}" dt="2024-11-20T20:28:02.250" v="10610" actId="14100"/>
          <ac:spMkLst>
            <pc:docMk/>
            <pc:sldMk cId="2915614884" sldId="272"/>
            <ac:spMk id="3" creationId="{4FAB184E-9BA0-0137-AF67-B0EBD66B0728}"/>
          </ac:spMkLst>
        </pc:spChg>
        <pc:spChg chg="mod">
          <ac:chgData name="Pedro Henrique Peixoto Vila Nova Pedro Vila Nova" userId="9e07fad02557acd6" providerId="LiveId" clId="{40FDDC19-2563-40A1-8AA4-21CB95C39554}" dt="2024-11-20T20:04:22.814" v="9955" actId="2711"/>
          <ac:spMkLst>
            <pc:docMk/>
            <pc:sldMk cId="2915614884" sldId="272"/>
            <ac:spMk id="4" creationId="{246F27ED-A1B8-187C-CBC7-49FD55605A0A}"/>
          </ac:spMkLst>
        </pc:spChg>
      </pc:sldChg>
      <pc:sldChg chg="addSp modSp new mod setBg">
        <pc:chgData name="Pedro Henrique Peixoto Vila Nova Pedro Vila Nova" userId="9e07fad02557acd6" providerId="LiveId" clId="{40FDDC19-2563-40A1-8AA4-21CB95C39554}" dt="2024-11-22T21:22:01.712" v="10744" actId="14100"/>
        <pc:sldMkLst>
          <pc:docMk/>
          <pc:sldMk cId="2737232096" sldId="273"/>
        </pc:sldMkLst>
        <pc:spChg chg="mod">
          <ac:chgData name="Pedro Henrique Peixoto Vila Nova Pedro Vila Nova" userId="9e07fad02557acd6" providerId="LiveId" clId="{40FDDC19-2563-40A1-8AA4-21CB95C39554}" dt="2024-11-20T20:43:39.656" v="10634" actId="207"/>
          <ac:spMkLst>
            <pc:docMk/>
            <pc:sldMk cId="2737232096" sldId="273"/>
            <ac:spMk id="2" creationId="{C9662BAC-20FA-FDAC-BDA9-1E4C24C29496}"/>
          </ac:spMkLst>
        </pc:spChg>
        <pc:spChg chg="mod">
          <ac:chgData name="Pedro Henrique Peixoto Vila Nova Pedro Vila Nova" userId="9e07fad02557acd6" providerId="LiveId" clId="{40FDDC19-2563-40A1-8AA4-21CB95C39554}" dt="2024-11-20T20:44:26.123" v="10645" actId="123"/>
          <ac:spMkLst>
            <pc:docMk/>
            <pc:sldMk cId="2737232096" sldId="273"/>
            <ac:spMk id="3" creationId="{ACCBFFE2-7097-75F5-DBCC-989F893B591F}"/>
          </ac:spMkLst>
        </pc:spChg>
        <pc:spChg chg="mod">
          <ac:chgData name="Pedro Henrique Peixoto Vila Nova Pedro Vila Nova" userId="9e07fad02557acd6" providerId="LiveId" clId="{40FDDC19-2563-40A1-8AA4-21CB95C39554}" dt="2024-11-20T20:44:19.285" v="10643" actId="2711"/>
          <ac:spMkLst>
            <pc:docMk/>
            <pc:sldMk cId="2737232096" sldId="273"/>
            <ac:spMk id="4" creationId="{5B23515F-3E78-DF8C-5D24-732A6384CA98}"/>
          </ac:spMkLst>
        </pc:spChg>
        <pc:picChg chg="add mod">
          <ac:chgData name="Pedro Henrique Peixoto Vila Nova Pedro Vila Nova" userId="9e07fad02557acd6" providerId="LiveId" clId="{40FDDC19-2563-40A1-8AA4-21CB95C39554}" dt="2024-11-22T21:21:46.299" v="10738" actId="14100"/>
          <ac:picMkLst>
            <pc:docMk/>
            <pc:sldMk cId="2737232096" sldId="273"/>
            <ac:picMk id="6" creationId="{722983C1-6F31-32FD-20A5-4760128E1ABB}"/>
          </ac:picMkLst>
        </pc:picChg>
        <pc:picChg chg="add mod">
          <ac:chgData name="Pedro Henrique Peixoto Vila Nova Pedro Vila Nova" userId="9e07fad02557acd6" providerId="LiveId" clId="{40FDDC19-2563-40A1-8AA4-21CB95C39554}" dt="2024-11-22T20:53:27.112" v="10730" actId="1076"/>
          <ac:picMkLst>
            <pc:docMk/>
            <pc:sldMk cId="2737232096" sldId="273"/>
            <ac:picMk id="7" creationId="{A262CC98-67BC-DC04-2918-8628167915F1}"/>
          </ac:picMkLst>
        </pc:picChg>
        <pc:picChg chg="add mod">
          <ac:chgData name="Pedro Henrique Peixoto Vila Nova Pedro Vila Nova" userId="9e07fad02557acd6" providerId="LiveId" clId="{40FDDC19-2563-40A1-8AA4-21CB95C39554}" dt="2024-11-22T21:21:59.745" v="10743" actId="14100"/>
          <ac:picMkLst>
            <pc:docMk/>
            <pc:sldMk cId="2737232096" sldId="273"/>
            <ac:picMk id="9" creationId="{ABCEA734-2A38-2A73-6C73-FD2D289F5E28}"/>
          </ac:picMkLst>
        </pc:picChg>
        <pc:picChg chg="add mod">
          <ac:chgData name="Pedro Henrique Peixoto Vila Nova Pedro Vila Nova" userId="9e07fad02557acd6" providerId="LiveId" clId="{40FDDC19-2563-40A1-8AA4-21CB95C39554}" dt="2024-11-22T21:22:01.712" v="10744" actId="14100"/>
          <ac:picMkLst>
            <pc:docMk/>
            <pc:sldMk cId="2737232096" sldId="273"/>
            <ac:picMk id="11" creationId="{0AC7EDD9-024D-1066-F2A9-155295D5FE11}"/>
          </ac:picMkLst>
        </pc:picChg>
      </pc:sldChg>
      <pc:sldChg chg="new del">
        <pc:chgData name="Pedro Henrique Peixoto Vila Nova Pedro Vila Nova" userId="9e07fad02557acd6" providerId="LiveId" clId="{40FDDC19-2563-40A1-8AA4-21CB95C39554}" dt="2024-11-20T20:45:39.682" v="10647" actId="680"/>
        <pc:sldMkLst>
          <pc:docMk/>
          <pc:sldMk cId="880507603" sldId="274"/>
        </pc:sldMkLst>
      </pc:sldChg>
      <pc:sldChg chg="addSp delSp modSp new mod setBg">
        <pc:chgData name="Pedro Henrique Peixoto Vila Nova Pedro Vila Nova" userId="9e07fad02557acd6" providerId="LiveId" clId="{40FDDC19-2563-40A1-8AA4-21CB95C39554}" dt="2024-11-28T02:42:55.527" v="16439" actId="1076"/>
        <pc:sldMkLst>
          <pc:docMk/>
          <pc:sldMk cId="1769389914" sldId="274"/>
        </pc:sldMkLst>
        <pc:spChg chg="mod">
          <ac:chgData name="Pedro Henrique Peixoto Vila Nova Pedro Vila Nova" userId="9e07fad02557acd6" providerId="LiveId" clId="{40FDDC19-2563-40A1-8AA4-21CB95C39554}" dt="2024-11-28T02:22:29.452" v="16381" actId="207"/>
          <ac:spMkLst>
            <pc:docMk/>
            <pc:sldMk cId="1769389914" sldId="274"/>
            <ac:spMk id="2" creationId="{151B8678-CDE9-6A59-5069-E6B9A67E7890}"/>
          </ac:spMkLst>
        </pc:spChg>
        <pc:spChg chg="mod">
          <ac:chgData name="Pedro Henrique Peixoto Vila Nova Pedro Vila Nova" userId="9e07fad02557acd6" providerId="LiveId" clId="{40FDDC19-2563-40A1-8AA4-21CB95C39554}" dt="2024-11-28T02:20:05.280" v="16358" actId="207"/>
          <ac:spMkLst>
            <pc:docMk/>
            <pc:sldMk cId="1769389914" sldId="274"/>
            <ac:spMk id="3" creationId="{E9C3A79A-9C95-7B5A-447F-F4BDF88A8DC6}"/>
          </ac:spMkLst>
        </pc:spChg>
        <pc:spChg chg="mod">
          <ac:chgData name="Pedro Henrique Peixoto Vila Nova Pedro Vila Nova" userId="9e07fad02557acd6" providerId="LiveId" clId="{40FDDC19-2563-40A1-8AA4-21CB95C39554}" dt="2024-11-20T20:47:27.683" v="10676" actId="2711"/>
          <ac:spMkLst>
            <pc:docMk/>
            <pc:sldMk cId="1769389914" sldId="274"/>
            <ac:spMk id="4" creationId="{D3E025EC-C240-2C72-B295-0B40FECEC1E5}"/>
          </ac:spMkLst>
        </pc:spChg>
        <pc:picChg chg="add mod modCrop">
          <ac:chgData name="Pedro Henrique Peixoto Vila Nova Pedro Vila Nova" userId="9e07fad02557acd6" providerId="LiveId" clId="{40FDDC19-2563-40A1-8AA4-21CB95C39554}" dt="2024-11-28T02:42:55.527" v="16439" actId="1076"/>
          <ac:picMkLst>
            <pc:docMk/>
            <pc:sldMk cId="1769389914" sldId="274"/>
            <ac:picMk id="6" creationId="{4EB2003F-55DF-54B0-1AAB-04183C6A49ED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7T17:05:42.003" v="15703" actId="478"/>
          <ac:picMkLst>
            <pc:docMk/>
            <pc:sldMk cId="1769389914" sldId="274"/>
            <ac:picMk id="6" creationId="{BBB8BEA1-14B5-1EE7-200D-6050AAE11381}"/>
          </ac:picMkLst>
        </pc:picChg>
        <pc:picChg chg="add del mod">
          <ac:chgData name="Pedro Henrique Peixoto Vila Nova Pedro Vila Nova" userId="9e07fad02557acd6" providerId="LiveId" clId="{40FDDC19-2563-40A1-8AA4-21CB95C39554}" dt="2024-11-20T20:52:33.163" v="10696" actId="478"/>
          <ac:picMkLst>
            <pc:docMk/>
            <pc:sldMk cId="1769389914" sldId="274"/>
            <ac:picMk id="6" creationId="{F9FA5195-B0C1-6C4C-D4B0-230C6BB41AC3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2:32:51.731" v="16402" actId="478"/>
          <ac:picMkLst>
            <pc:docMk/>
            <pc:sldMk cId="1769389914" sldId="274"/>
            <ac:picMk id="6" creationId="{FC083F66-FC1D-61F6-33DF-F0A283208951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2:34:12.761" v="16413" actId="478"/>
          <ac:picMkLst>
            <pc:docMk/>
            <pc:sldMk cId="1769389914" sldId="274"/>
            <ac:picMk id="7" creationId="{F32E9934-889D-A688-F7E1-DD612A29F9D6}"/>
          </ac:picMkLst>
        </pc:picChg>
        <pc:picChg chg="add del mod">
          <ac:chgData name="Pedro Henrique Peixoto Vila Nova Pedro Vila Nova" userId="9e07fad02557acd6" providerId="LiveId" clId="{40FDDC19-2563-40A1-8AA4-21CB95C39554}" dt="2024-11-26T21:06:29.791" v="13783" actId="478"/>
          <ac:picMkLst>
            <pc:docMk/>
            <pc:sldMk cId="1769389914" sldId="274"/>
            <ac:picMk id="8" creationId="{29448C3D-BFEA-6893-28B4-9760E75E5C2A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7T17:06:29.620" v="15713" actId="478"/>
          <ac:picMkLst>
            <pc:docMk/>
            <pc:sldMk cId="1769389914" sldId="274"/>
            <ac:picMk id="9" creationId="{7821F9CF-70C9-0098-D637-D7FD0F6FACC1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2:32:50.750" v="16401" actId="478"/>
          <ac:picMkLst>
            <pc:docMk/>
            <pc:sldMk cId="1769389914" sldId="274"/>
            <ac:picMk id="9" creationId="{A16CD471-A144-8DCA-0E60-0C671B0F2BD8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7T17:09:05.423" v="15730" actId="478"/>
          <ac:picMkLst>
            <pc:docMk/>
            <pc:sldMk cId="1769389914" sldId="274"/>
            <ac:picMk id="10" creationId="{1E7A98CA-05EC-F174-59F6-25476B669135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2:32:49.127" v="16400" actId="478"/>
          <ac:picMkLst>
            <pc:docMk/>
            <pc:sldMk cId="1769389914" sldId="274"/>
            <ac:picMk id="11" creationId="{695561DD-F8D2-AB4A-94AA-404638C9805E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1:45:54.725" v="16056" actId="478"/>
          <ac:picMkLst>
            <pc:docMk/>
            <pc:sldMk cId="1769389914" sldId="274"/>
            <ac:picMk id="12" creationId="{78B6EEB2-A328-C463-A611-DBAAF8A53F09}"/>
          </ac:picMkLst>
        </pc:picChg>
        <pc:picChg chg="add mod modCrop">
          <ac:chgData name="Pedro Henrique Peixoto Vila Nova Pedro Vila Nova" userId="9e07fad02557acd6" providerId="LiveId" clId="{40FDDC19-2563-40A1-8AA4-21CB95C39554}" dt="2024-11-28T02:33:16.372" v="16412" actId="1076"/>
          <ac:picMkLst>
            <pc:docMk/>
            <pc:sldMk cId="1769389914" sldId="274"/>
            <ac:picMk id="14" creationId="{DE9F0122-E91C-8D2D-F7DB-8D498245629E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2:42:23.050" v="16428" actId="478"/>
          <ac:picMkLst>
            <pc:docMk/>
            <pc:sldMk cId="1769389914" sldId="274"/>
            <ac:picMk id="16" creationId="{AF9A1C12-0D7D-3155-A620-934E6096DFAD}"/>
          </ac:picMkLst>
        </pc:picChg>
      </pc:sldChg>
      <pc:sldChg chg="modSp new del mod ord setBg">
        <pc:chgData name="Pedro Henrique Peixoto Vila Nova Pedro Vila Nova" userId="9e07fad02557acd6" providerId="LiveId" clId="{40FDDC19-2563-40A1-8AA4-21CB95C39554}" dt="2024-11-27T15:03:26.967" v="15620" actId="2696"/>
        <pc:sldMkLst>
          <pc:docMk/>
          <pc:sldMk cId="897538317" sldId="275"/>
        </pc:sldMkLst>
        <pc:spChg chg="mod">
          <ac:chgData name="Pedro Henrique Peixoto Vila Nova Pedro Vila Nova" userId="9e07fad02557acd6" providerId="LiveId" clId="{40FDDC19-2563-40A1-8AA4-21CB95C39554}" dt="2024-11-26T17:39:14.008" v="12668" actId="122"/>
          <ac:spMkLst>
            <pc:docMk/>
            <pc:sldMk cId="897538317" sldId="275"/>
            <ac:spMk id="2" creationId="{DF2F64CB-1224-9003-6D1D-2395E0467F67}"/>
          </ac:spMkLst>
        </pc:spChg>
        <pc:spChg chg="mod">
          <ac:chgData name="Pedro Henrique Peixoto Vila Nova Pedro Vila Nova" userId="9e07fad02557acd6" providerId="LiveId" clId="{40FDDC19-2563-40A1-8AA4-21CB95C39554}" dt="2024-11-26T21:18:34.873" v="14125" actId="123"/>
          <ac:spMkLst>
            <pc:docMk/>
            <pc:sldMk cId="897538317" sldId="275"/>
            <ac:spMk id="3" creationId="{A9DBCAF5-7DEB-F02E-EB7C-B1FC76936781}"/>
          </ac:spMkLst>
        </pc:spChg>
        <pc:spChg chg="mod">
          <ac:chgData name="Pedro Henrique Peixoto Vila Nova Pedro Vila Nova" userId="9e07fad02557acd6" providerId="LiveId" clId="{40FDDC19-2563-40A1-8AA4-21CB95C39554}" dt="2024-11-26T17:40:32.059" v="12681" actId="2711"/>
          <ac:spMkLst>
            <pc:docMk/>
            <pc:sldMk cId="897538317" sldId="275"/>
            <ac:spMk id="4" creationId="{6738F829-3C1C-FF66-DE93-283B902B9BC7}"/>
          </ac:spMkLst>
        </pc:spChg>
      </pc:sldChg>
      <pc:sldChg chg="modSp new mod setBg">
        <pc:chgData name="Pedro Henrique Peixoto Vila Nova Pedro Vila Nova" userId="9e07fad02557acd6" providerId="LiveId" clId="{40FDDC19-2563-40A1-8AA4-21CB95C39554}" dt="2024-11-22T21:47:35.357" v="11918" actId="20577"/>
        <pc:sldMkLst>
          <pc:docMk/>
          <pc:sldMk cId="3858247471" sldId="275"/>
        </pc:sldMkLst>
        <pc:spChg chg="mod">
          <ac:chgData name="Pedro Henrique Peixoto Vila Nova Pedro Vila Nova" userId="9e07fad02557acd6" providerId="LiveId" clId="{40FDDC19-2563-40A1-8AA4-21CB95C39554}" dt="2024-11-22T21:22:36.762" v="10767" actId="20577"/>
          <ac:spMkLst>
            <pc:docMk/>
            <pc:sldMk cId="3858247471" sldId="275"/>
            <ac:spMk id="2" creationId="{20567898-3BB9-5D72-5351-A0D18E14D015}"/>
          </ac:spMkLst>
        </pc:spChg>
        <pc:spChg chg="mod">
          <ac:chgData name="Pedro Henrique Peixoto Vila Nova Pedro Vila Nova" userId="9e07fad02557acd6" providerId="LiveId" clId="{40FDDC19-2563-40A1-8AA4-21CB95C39554}" dt="2024-11-22T21:47:35.357" v="11918" actId="20577"/>
          <ac:spMkLst>
            <pc:docMk/>
            <pc:sldMk cId="3858247471" sldId="275"/>
            <ac:spMk id="3" creationId="{AD300CFA-9197-242F-52D2-26C3A4CE4242}"/>
          </ac:spMkLst>
        </pc:spChg>
        <pc:spChg chg="mod">
          <ac:chgData name="Pedro Henrique Peixoto Vila Nova Pedro Vila Nova" userId="9e07fad02557acd6" providerId="LiveId" clId="{40FDDC19-2563-40A1-8AA4-21CB95C39554}" dt="2024-11-22T21:36:53.835" v="11497" actId="2711"/>
          <ac:spMkLst>
            <pc:docMk/>
            <pc:sldMk cId="3858247471" sldId="275"/>
            <ac:spMk id="4" creationId="{0D6CB32A-DD1B-247E-F6AD-4C0CCFE25C39}"/>
          </ac:spMkLst>
        </pc:spChg>
      </pc:sldChg>
      <pc:sldChg chg="modSp new mod setBg">
        <pc:chgData name="Pedro Henrique Peixoto Vila Nova Pedro Vila Nova" userId="9e07fad02557acd6" providerId="LiveId" clId="{40FDDC19-2563-40A1-8AA4-21CB95C39554}" dt="2024-11-22T21:52:14.677" v="12204" actId="14100"/>
        <pc:sldMkLst>
          <pc:docMk/>
          <pc:sldMk cId="790456275" sldId="276"/>
        </pc:sldMkLst>
        <pc:spChg chg="mod">
          <ac:chgData name="Pedro Henrique Peixoto Vila Nova Pedro Vila Nova" userId="9e07fad02557acd6" providerId="LiveId" clId="{40FDDC19-2563-40A1-8AA4-21CB95C39554}" dt="2024-11-22T21:48:16.319" v="11924" actId="122"/>
          <ac:spMkLst>
            <pc:docMk/>
            <pc:sldMk cId="790456275" sldId="276"/>
            <ac:spMk id="2" creationId="{A7F049B4-864C-43A5-626C-48A413C702F6}"/>
          </ac:spMkLst>
        </pc:spChg>
        <pc:spChg chg="mod">
          <ac:chgData name="Pedro Henrique Peixoto Vila Nova Pedro Vila Nova" userId="9e07fad02557acd6" providerId="LiveId" clId="{40FDDC19-2563-40A1-8AA4-21CB95C39554}" dt="2024-11-22T21:52:14.677" v="12204" actId="14100"/>
          <ac:spMkLst>
            <pc:docMk/>
            <pc:sldMk cId="790456275" sldId="276"/>
            <ac:spMk id="3" creationId="{70D35A0B-D2B7-50A8-F778-55ABC2B79367}"/>
          </ac:spMkLst>
        </pc:spChg>
        <pc:spChg chg="mod">
          <ac:chgData name="Pedro Henrique Peixoto Vila Nova Pedro Vila Nova" userId="9e07fad02557acd6" providerId="LiveId" clId="{40FDDC19-2563-40A1-8AA4-21CB95C39554}" dt="2024-11-22T21:48:25.327" v="11927" actId="2711"/>
          <ac:spMkLst>
            <pc:docMk/>
            <pc:sldMk cId="790456275" sldId="276"/>
            <ac:spMk id="4" creationId="{64C89A07-13F8-9FA6-8035-712B973A6F45}"/>
          </ac:spMkLst>
        </pc:spChg>
      </pc:sldChg>
      <pc:sldChg chg="addSp delSp modSp new mod setBg">
        <pc:chgData name="Pedro Henrique Peixoto Vila Nova Pedro Vila Nova" userId="9e07fad02557acd6" providerId="LiveId" clId="{40FDDC19-2563-40A1-8AA4-21CB95C39554}" dt="2024-11-28T02:43:25.841" v="16452" actId="14100"/>
        <pc:sldMkLst>
          <pc:docMk/>
          <pc:sldMk cId="3699549488" sldId="276"/>
        </pc:sldMkLst>
        <pc:spChg chg="mod">
          <ac:chgData name="Pedro Henrique Peixoto Vila Nova Pedro Vila Nova" userId="9e07fad02557acd6" providerId="LiveId" clId="{40FDDC19-2563-40A1-8AA4-21CB95C39554}" dt="2024-11-28T02:22:33.521" v="16382" actId="207"/>
          <ac:spMkLst>
            <pc:docMk/>
            <pc:sldMk cId="3699549488" sldId="276"/>
            <ac:spMk id="2" creationId="{82BDFB09-57FA-05FE-A151-0AAD23558745}"/>
          </ac:spMkLst>
        </pc:spChg>
        <pc:spChg chg="del mod">
          <ac:chgData name="Pedro Henrique Peixoto Vila Nova Pedro Vila Nova" userId="9e07fad02557acd6" providerId="LiveId" clId="{40FDDC19-2563-40A1-8AA4-21CB95C39554}" dt="2024-11-28T00:09:42.726" v="15779" actId="21"/>
          <ac:spMkLst>
            <pc:docMk/>
            <pc:sldMk cId="3699549488" sldId="276"/>
            <ac:spMk id="3" creationId="{C5789C47-94B2-5955-46DC-8939CDBA92B0}"/>
          </ac:spMkLst>
        </pc:spChg>
        <pc:spChg chg="mod">
          <ac:chgData name="Pedro Henrique Peixoto Vila Nova Pedro Vila Nova" userId="9e07fad02557acd6" providerId="LiveId" clId="{40FDDC19-2563-40A1-8AA4-21CB95C39554}" dt="2024-11-26T21:42:00.288" v="14494" actId="2711"/>
          <ac:spMkLst>
            <pc:docMk/>
            <pc:sldMk cId="3699549488" sldId="276"/>
            <ac:spMk id="4" creationId="{C6D6626A-33BA-4975-1C39-5AF1FCB67398}"/>
          </ac:spMkLst>
        </pc:spChg>
        <pc:picChg chg="add mod modCrop">
          <ac:chgData name="Pedro Henrique Peixoto Vila Nova Pedro Vila Nova" userId="9e07fad02557acd6" providerId="LiveId" clId="{40FDDC19-2563-40A1-8AA4-21CB95C39554}" dt="2024-11-28T02:43:25.841" v="16452" actId="14100"/>
          <ac:picMkLst>
            <pc:docMk/>
            <pc:sldMk cId="3699549488" sldId="276"/>
            <ac:picMk id="3" creationId="{0BBBBD01-0271-9835-AEB8-4847ED1B75BA}"/>
          </ac:picMkLst>
        </pc:picChg>
        <pc:picChg chg="add mod modCrop">
          <ac:chgData name="Pedro Henrique Peixoto Vila Nova Pedro Vila Nova" userId="9e07fad02557acd6" providerId="LiveId" clId="{40FDDC19-2563-40A1-8AA4-21CB95C39554}" dt="2024-11-28T02:43:19.096" v="16445" actId="1076"/>
          <ac:picMkLst>
            <pc:docMk/>
            <pc:sldMk cId="3699549488" sldId="276"/>
            <ac:picMk id="5" creationId="{AF859D66-D30F-36C4-00A3-32D0ED302CCA}"/>
          </ac:picMkLst>
        </pc:picChg>
        <pc:picChg chg="add mod modCrop">
          <ac:chgData name="Pedro Henrique Peixoto Vila Nova Pedro Vila Nova" userId="9e07fad02557acd6" providerId="LiveId" clId="{40FDDC19-2563-40A1-8AA4-21CB95C39554}" dt="2024-11-28T02:43:18.580" v="16444" actId="1076"/>
          <ac:picMkLst>
            <pc:docMk/>
            <pc:sldMk cId="3699549488" sldId="276"/>
            <ac:picMk id="6" creationId="{FB091FA2-9761-84F0-8BF4-178445ABA45D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0:17:16.969" v="15891" actId="478"/>
          <ac:picMkLst>
            <pc:docMk/>
            <pc:sldMk cId="3699549488" sldId="276"/>
            <ac:picMk id="8" creationId="{843177F3-25A3-D34B-1629-95097D2C8F30}"/>
          </ac:picMkLst>
        </pc:picChg>
        <pc:picChg chg="add del mod modCrop">
          <ac:chgData name="Pedro Henrique Peixoto Vila Nova Pedro Vila Nova" userId="9e07fad02557acd6" providerId="LiveId" clId="{40FDDC19-2563-40A1-8AA4-21CB95C39554}" dt="2024-11-28T01:55:26.341" v="16123" actId="478"/>
          <ac:picMkLst>
            <pc:docMk/>
            <pc:sldMk cId="3699549488" sldId="276"/>
            <ac:picMk id="9" creationId="{663454BF-5975-B6DE-2983-172E1383B176}"/>
          </ac:picMkLst>
        </pc:picChg>
        <pc:picChg chg="add mod modCrop">
          <ac:chgData name="Pedro Henrique Peixoto Vila Nova Pedro Vila Nova" userId="9e07fad02557acd6" providerId="LiveId" clId="{40FDDC19-2563-40A1-8AA4-21CB95C39554}" dt="2024-11-28T02:43:23.572" v="16450" actId="1076"/>
          <ac:picMkLst>
            <pc:docMk/>
            <pc:sldMk cId="3699549488" sldId="276"/>
            <ac:picMk id="10" creationId="{8878DCF7-A138-4EB9-85CE-633343D065F7}"/>
          </ac:picMkLst>
        </pc:picChg>
        <pc:picChg chg="add mod modCrop">
          <ac:chgData name="Pedro Henrique Peixoto Vila Nova Pedro Vila Nova" userId="9e07fad02557acd6" providerId="LiveId" clId="{40FDDC19-2563-40A1-8AA4-21CB95C39554}" dt="2024-11-28T02:12:51.078" v="16164" actId="732"/>
          <ac:picMkLst>
            <pc:docMk/>
            <pc:sldMk cId="3699549488" sldId="276"/>
            <ac:picMk id="11" creationId="{DA1E6C92-E3FF-2925-6975-8B71B23CDF7E}"/>
          </ac:picMkLst>
        </pc:picChg>
        <pc:picChg chg="add mod modCrop">
          <ac:chgData name="Pedro Henrique Peixoto Vila Nova Pedro Vila Nova" userId="9e07fad02557acd6" providerId="LiveId" clId="{40FDDC19-2563-40A1-8AA4-21CB95C39554}" dt="2024-11-28T02:12:05.237" v="16145" actId="1076"/>
          <ac:picMkLst>
            <pc:docMk/>
            <pc:sldMk cId="3699549488" sldId="276"/>
            <ac:picMk id="12" creationId="{BF2D69E8-0A37-DC72-200C-052D2CAA8ADB}"/>
          </ac:picMkLst>
        </pc:picChg>
        <pc:picChg chg="add mod modCrop">
          <ac:chgData name="Pedro Henrique Peixoto Vila Nova Pedro Vila Nova" userId="9e07fad02557acd6" providerId="LiveId" clId="{40FDDC19-2563-40A1-8AA4-21CB95C39554}" dt="2024-11-28T02:12:36.350" v="16157" actId="14100"/>
          <ac:picMkLst>
            <pc:docMk/>
            <pc:sldMk cId="3699549488" sldId="276"/>
            <ac:picMk id="13" creationId="{BFD4A7BD-0C97-AEFD-608C-00A95E479B4A}"/>
          </ac:picMkLst>
        </pc:picChg>
      </pc:sldChg>
      <pc:sldChg chg="addSp delSp modSp new mod setBg">
        <pc:chgData name="Pedro Henrique Peixoto Vila Nova Pedro Vila Nova" userId="9e07fad02557acd6" providerId="LiveId" clId="{40FDDC19-2563-40A1-8AA4-21CB95C39554}" dt="2024-11-28T02:30:33.137" v="16392" actId="1076"/>
        <pc:sldMkLst>
          <pc:docMk/>
          <pc:sldMk cId="1219820006" sldId="277"/>
        </pc:sldMkLst>
        <pc:spChg chg="mod">
          <ac:chgData name="Pedro Henrique Peixoto Vila Nova Pedro Vila Nova" userId="9e07fad02557acd6" providerId="LiveId" clId="{40FDDC19-2563-40A1-8AA4-21CB95C39554}" dt="2024-11-28T02:22:37.711" v="16383" actId="207"/>
          <ac:spMkLst>
            <pc:docMk/>
            <pc:sldMk cId="1219820006" sldId="277"/>
            <ac:spMk id="2" creationId="{17EB5A52-0B24-B40E-9CA2-FC286C9F475A}"/>
          </ac:spMkLst>
        </pc:spChg>
        <pc:spChg chg="del">
          <ac:chgData name="Pedro Henrique Peixoto Vila Nova Pedro Vila Nova" userId="9e07fad02557acd6" providerId="LiveId" clId="{40FDDC19-2563-40A1-8AA4-21CB95C39554}" dt="2024-11-26T22:04:18.879" v="14909" actId="931"/>
          <ac:spMkLst>
            <pc:docMk/>
            <pc:sldMk cId="1219820006" sldId="277"/>
            <ac:spMk id="3" creationId="{8E33805B-8E7E-3C9E-9B81-B311D965DDDA}"/>
          </ac:spMkLst>
        </pc:spChg>
        <pc:spChg chg="mod">
          <ac:chgData name="Pedro Henrique Peixoto Vila Nova Pedro Vila Nova" userId="9e07fad02557acd6" providerId="LiveId" clId="{40FDDC19-2563-40A1-8AA4-21CB95C39554}" dt="2024-11-28T02:23:10.134" v="16388" actId="2711"/>
          <ac:spMkLst>
            <pc:docMk/>
            <pc:sldMk cId="1219820006" sldId="277"/>
            <ac:spMk id="4" creationId="{1F5982F3-C1DE-AE70-40CC-F9C4753D39BB}"/>
          </ac:spMkLst>
        </pc:spChg>
        <pc:spChg chg="add del mod">
          <ac:chgData name="Pedro Henrique Peixoto Vila Nova Pedro Vila Nova" userId="9e07fad02557acd6" providerId="LiveId" clId="{40FDDC19-2563-40A1-8AA4-21CB95C39554}" dt="2024-11-28T02:30:28.914" v="16390" actId="931"/>
          <ac:spMkLst>
            <pc:docMk/>
            <pc:sldMk cId="1219820006" sldId="277"/>
            <ac:spMk id="5" creationId="{DAA59672-AAA3-9C5A-2C3F-4DC30D03F166}"/>
          </ac:spMkLst>
        </pc:spChg>
        <pc:picChg chg="add del mod">
          <ac:chgData name="Pedro Henrique Peixoto Vila Nova Pedro Vila Nova" userId="9e07fad02557acd6" providerId="LiveId" clId="{40FDDC19-2563-40A1-8AA4-21CB95C39554}" dt="2024-11-28T02:30:23.981" v="16389" actId="478"/>
          <ac:picMkLst>
            <pc:docMk/>
            <pc:sldMk cId="1219820006" sldId="277"/>
            <ac:picMk id="6" creationId="{71417CA0-AAD1-709E-A6F2-065F90201138}"/>
          </ac:picMkLst>
        </pc:picChg>
        <pc:picChg chg="add mod">
          <ac:chgData name="Pedro Henrique Peixoto Vila Nova Pedro Vila Nova" userId="9e07fad02557acd6" providerId="LiveId" clId="{40FDDC19-2563-40A1-8AA4-21CB95C39554}" dt="2024-11-28T02:30:33.137" v="16392" actId="1076"/>
          <ac:picMkLst>
            <pc:docMk/>
            <pc:sldMk cId="1219820006" sldId="277"/>
            <ac:picMk id="8" creationId="{EA85AEF8-B564-3A92-8A28-DA1EEB39992A}"/>
          </ac:picMkLst>
        </pc:picChg>
      </pc:sldChg>
      <pc:sldMasterChg chg="setBg">
        <pc:chgData name="Pedro Henrique Peixoto Vila Nova Pedro Vila Nova" userId="9e07fad02557acd6" providerId="LiveId" clId="{40FDDC19-2563-40A1-8AA4-21CB95C39554}" dt="2024-11-14T20:49:41.724" v="1320"/>
        <pc:sldMasterMkLst>
          <pc:docMk/>
          <pc:sldMasterMk cId="2803370580" sldId="2147483648"/>
        </pc:sldMasterMkLst>
      </pc:sldMasterChg>
    </pc:docChg>
  </pc:docChgLst>
  <pc:docChgLst>
    <pc:chgData name="Pedro Vila Nova" userId="9e07fad02557acd6" providerId="LiveId" clId="{40861BC9-7ADE-474A-9E4C-C4E5A1707E42}"/>
    <pc:docChg chg="custSel delSld modSld">
      <pc:chgData name="Pedro Vila Nova" userId="9e07fad02557acd6" providerId="LiveId" clId="{40861BC9-7ADE-474A-9E4C-C4E5A1707E42}" dt="2024-11-26T11:52:22.720" v="149" actId="20577"/>
      <pc:docMkLst>
        <pc:docMk/>
      </pc:docMkLst>
      <pc:sldChg chg="modSp mod">
        <pc:chgData name="Pedro Vila Nova" userId="9e07fad02557acd6" providerId="LiveId" clId="{40861BC9-7ADE-474A-9E4C-C4E5A1707E42}" dt="2024-11-26T11:50:38.828" v="139" actId="20577"/>
        <pc:sldMkLst>
          <pc:docMk/>
          <pc:sldMk cId="4092011112" sldId="257"/>
        </pc:sldMkLst>
        <pc:spChg chg="mod">
          <ac:chgData name="Pedro Vila Nova" userId="9e07fad02557acd6" providerId="LiveId" clId="{40861BC9-7ADE-474A-9E4C-C4E5A1707E42}" dt="2024-11-26T11:50:38.828" v="139" actId="20577"/>
          <ac:spMkLst>
            <pc:docMk/>
            <pc:sldMk cId="4092011112" sldId="257"/>
            <ac:spMk id="3" creationId="{5DDE1DB7-8945-E1C8-3543-169CABC73D62}"/>
          </ac:spMkLst>
        </pc:spChg>
      </pc:sldChg>
      <pc:sldChg chg="del">
        <pc:chgData name="Pedro Vila Nova" userId="9e07fad02557acd6" providerId="LiveId" clId="{40861BC9-7ADE-474A-9E4C-C4E5A1707E42}" dt="2024-11-26T11:44:34.335" v="46" actId="2696"/>
        <pc:sldMkLst>
          <pc:docMk/>
          <pc:sldMk cId="1683224800" sldId="258"/>
        </pc:sldMkLst>
      </pc:sldChg>
      <pc:sldChg chg="modSp mod">
        <pc:chgData name="Pedro Vila Nova" userId="9e07fad02557acd6" providerId="LiveId" clId="{40861BC9-7ADE-474A-9E4C-C4E5A1707E42}" dt="2024-11-26T11:52:22.720" v="149" actId="20577"/>
        <pc:sldMkLst>
          <pc:docMk/>
          <pc:sldMk cId="3134436781" sldId="259"/>
        </pc:sldMkLst>
        <pc:spChg chg="mod">
          <ac:chgData name="Pedro Vila Nova" userId="9e07fad02557acd6" providerId="LiveId" clId="{40861BC9-7ADE-474A-9E4C-C4E5A1707E42}" dt="2024-11-26T11:52:22.720" v="149" actId="20577"/>
          <ac:spMkLst>
            <pc:docMk/>
            <pc:sldMk cId="3134436781" sldId="259"/>
            <ac:spMk id="3" creationId="{9F640242-12DE-683F-74C3-27AC1349C428}"/>
          </ac:spMkLst>
        </pc:spChg>
      </pc:sldChg>
      <pc:sldChg chg="modSp mod">
        <pc:chgData name="Pedro Vila Nova" userId="9e07fad02557acd6" providerId="LiveId" clId="{40861BC9-7ADE-474A-9E4C-C4E5A1707E42}" dt="2024-11-19T12:46:41.236" v="0" actId="20577"/>
        <pc:sldMkLst>
          <pc:docMk/>
          <pc:sldMk cId="593938018" sldId="261"/>
        </pc:sldMkLst>
        <pc:spChg chg="mod">
          <ac:chgData name="Pedro Vila Nova" userId="9e07fad02557acd6" providerId="LiveId" clId="{40861BC9-7ADE-474A-9E4C-C4E5A1707E42}" dt="2024-11-19T12:46:41.236" v="0" actId="20577"/>
          <ac:spMkLst>
            <pc:docMk/>
            <pc:sldMk cId="593938018" sldId="261"/>
            <ac:spMk id="3" creationId="{AA5EFDA9-D864-CABA-C279-6D6CDC7FE43C}"/>
          </ac:spMkLst>
        </pc:spChg>
      </pc:sldChg>
      <pc:sldChg chg="del">
        <pc:chgData name="Pedro Vila Nova" userId="9e07fad02557acd6" providerId="LiveId" clId="{40861BC9-7ADE-474A-9E4C-C4E5A1707E42}" dt="2024-11-26T11:45:23.392" v="47" actId="2696"/>
        <pc:sldMkLst>
          <pc:docMk/>
          <pc:sldMk cId="3398275866" sldId="263"/>
        </pc:sldMkLst>
      </pc:sldChg>
      <pc:sldChg chg="modSp mod">
        <pc:chgData name="Pedro Vila Nova" userId="9e07fad02557acd6" providerId="LiveId" clId="{40861BC9-7ADE-474A-9E4C-C4E5A1707E42}" dt="2024-11-19T12:49:42.546" v="17" actId="20577"/>
        <pc:sldMkLst>
          <pc:docMk/>
          <pc:sldMk cId="2630116291" sldId="264"/>
        </pc:sldMkLst>
        <pc:spChg chg="mod">
          <ac:chgData name="Pedro Vila Nova" userId="9e07fad02557acd6" providerId="LiveId" clId="{40861BC9-7ADE-474A-9E4C-C4E5A1707E42}" dt="2024-11-19T12:49:42.546" v="17" actId="20577"/>
          <ac:spMkLst>
            <pc:docMk/>
            <pc:sldMk cId="2630116291" sldId="264"/>
            <ac:spMk id="3" creationId="{FD80E1EA-7CF1-394B-4DBB-D345182AF2D5}"/>
          </ac:spMkLst>
        </pc:spChg>
      </pc:sldChg>
      <pc:sldChg chg="modSp mod">
        <pc:chgData name="Pedro Vila Nova" userId="9e07fad02557acd6" providerId="LiveId" clId="{40861BC9-7ADE-474A-9E4C-C4E5A1707E42}" dt="2024-11-19T12:47:17.479" v="1" actId="20577"/>
        <pc:sldMkLst>
          <pc:docMk/>
          <pc:sldMk cId="3830618154" sldId="265"/>
        </pc:sldMkLst>
        <pc:spChg chg="mod">
          <ac:chgData name="Pedro Vila Nova" userId="9e07fad02557acd6" providerId="LiveId" clId="{40861BC9-7ADE-474A-9E4C-C4E5A1707E42}" dt="2024-11-19T12:47:17.479" v="1" actId="20577"/>
          <ac:spMkLst>
            <pc:docMk/>
            <pc:sldMk cId="3830618154" sldId="265"/>
            <ac:spMk id="3" creationId="{684B8385-54DA-0ABA-495C-2CF0136B1AF9}"/>
          </ac:spMkLst>
        </pc:spChg>
      </pc:sldChg>
      <pc:sldChg chg="modSp mod">
        <pc:chgData name="Pedro Vila Nova" userId="9e07fad02557acd6" providerId="LiveId" clId="{40861BC9-7ADE-474A-9E4C-C4E5A1707E42}" dt="2024-11-26T11:51:07.200" v="140" actId="114"/>
        <pc:sldMkLst>
          <pc:docMk/>
          <pc:sldMk cId="1400947117" sldId="267"/>
        </pc:sldMkLst>
        <pc:spChg chg="mod">
          <ac:chgData name="Pedro Vila Nova" userId="9e07fad02557acd6" providerId="LiveId" clId="{40861BC9-7ADE-474A-9E4C-C4E5A1707E42}" dt="2024-11-26T11:51:07.200" v="140" actId="114"/>
          <ac:spMkLst>
            <pc:docMk/>
            <pc:sldMk cId="1400947117" sldId="267"/>
            <ac:spMk id="3" creationId="{1C829059-2729-4A5C-D083-736A61E8667E}"/>
          </ac:spMkLst>
        </pc:spChg>
      </pc:sldChg>
      <pc:sldChg chg="modSp mod">
        <pc:chgData name="Pedro Vila Nova" userId="9e07fad02557acd6" providerId="LiveId" clId="{40861BC9-7ADE-474A-9E4C-C4E5A1707E42}" dt="2024-11-19T12:48:21.228" v="11" actId="1076"/>
        <pc:sldMkLst>
          <pc:docMk/>
          <pc:sldMk cId="3206185219" sldId="268"/>
        </pc:sldMkLst>
        <pc:spChg chg="mod">
          <ac:chgData name="Pedro Vila Nova" userId="9e07fad02557acd6" providerId="LiveId" clId="{40861BC9-7ADE-474A-9E4C-C4E5A1707E42}" dt="2024-11-19T12:48:21.228" v="11" actId="1076"/>
          <ac:spMkLst>
            <pc:docMk/>
            <pc:sldMk cId="3206185219" sldId="268"/>
            <ac:spMk id="3" creationId="{6AB12878-8E10-D618-8461-8F0ECCB1793D}"/>
          </ac:spMkLst>
        </pc:spChg>
      </pc:sldChg>
      <pc:sldChg chg="modSp mod">
        <pc:chgData name="Pedro Vila Nova" userId="9e07fad02557acd6" providerId="LiveId" clId="{40861BC9-7ADE-474A-9E4C-C4E5A1707E42}" dt="2024-11-19T12:49:09.721" v="14" actId="20577"/>
        <pc:sldMkLst>
          <pc:docMk/>
          <pc:sldMk cId="2279603502" sldId="269"/>
        </pc:sldMkLst>
        <pc:spChg chg="mod">
          <ac:chgData name="Pedro Vila Nova" userId="9e07fad02557acd6" providerId="LiveId" clId="{40861BC9-7ADE-474A-9E4C-C4E5A1707E42}" dt="2024-11-19T12:49:09.721" v="14" actId="20577"/>
          <ac:spMkLst>
            <pc:docMk/>
            <pc:sldMk cId="2279603502" sldId="269"/>
            <ac:spMk id="3" creationId="{731B6F00-FCAA-A075-D1CE-E49B2AACB188}"/>
          </ac:spMkLst>
        </pc:spChg>
      </pc:sldChg>
      <pc:sldChg chg="del">
        <pc:chgData name="Pedro Vila Nova" userId="9e07fad02557acd6" providerId="LiveId" clId="{40861BC9-7ADE-474A-9E4C-C4E5A1707E42}" dt="2024-11-26T11:48:34.538" v="48" actId="2696"/>
        <pc:sldMkLst>
          <pc:docMk/>
          <pc:sldMk cId="2915614884" sldId="272"/>
        </pc:sldMkLst>
      </pc:sldChg>
      <pc:sldChg chg="del">
        <pc:chgData name="Pedro Vila Nova" userId="9e07fad02557acd6" providerId="LiveId" clId="{40861BC9-7ADE-474A-9E4C-C4E5A1707E42}" dt="2024-11-26T11:48:38.279" v="49" actId="2696"/>
        <pc:sldMkLst>
          <pc:docMk/>
          <pc:sldMk cId="2737232096" sldId="273"/>
        </pc:sldMkLst>
      </pc:sldChg>
      <pc:sldChg chg="del">
        <pc:chgData name="Pedro Vila Nova" userId="9e07fad02557acd6" providerId="LiveId" clId="{40861BC9-7ADE-474A-9E4C-C4E5A1707E42}" dt="2024-11-26T11:48:43.321" v="50" actId="2696"/>
        <pc:sldMkLst>
          <pc:docMk/>
          <pc:sldMk cId="3858247471" sldId="275"/>
        </pc:sldMkLst>
      </pc:sldChg>
      <pc:sldChg chg="del">
        <pc:chgData name="Pedro Vila Nova" userId="9e07fad02557acd6" providerId="LiveId" clId="{40861BC9-7ADE-474A-9E4C-C4E5A1707E42}" dt="2024-11-26T11:48:46.092" v="51" actId="2696"/>
        <pc:sldMkLst>
          <pc:docMk/>
          <pc:sldMk cId="790456275" sldId="2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F6C3494-D2A3-6B06-1147-86A0C4C6CC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E4981D-72D8-B110-39B4-90EB6A2EFA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91E63-28CE-4495-9853-EE35F76AB437}" type="datetimeFigureOut">
              <a:rPr lang="pt-BR" smtClean="0"/>
              <a:t>27/11/2024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D6274F-313E-029D-6111-A93184B44C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348B945-5480-B95C-A6CB-D16A1C6541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D8453-E40F-4937-966A-A13BB38A7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28316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BFCF9-009F-4295-9AD5-697E9FD34B17}" type="datetimeFigureOut">
              <a:rPr lang="pt-BR" smtClean="0"/>
              <a:t>27/11/2024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8CC00-E37A-4DD4-89D1-44FC6C0478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218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3028B-6C01-D296-F588-DBC425F44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5860B8-DE45-A1B2-AF86-B8FEB5422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7AD63-6291-0AB2-8770-82DA40210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CA9A-C1DC-47EC-B6C7-20C63E08B839}" type="datetime1">
              <a:rPr lang="pt-BR" smtClean="0"/>
              <a:t>27/11/2024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4DA228-D7D2-A944-053B-7BAB9D445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DFBD5F-AA82-9A49-70F1-F5E1A93A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617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A103C-F566-C6CD-2973-BED44DAF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984673-75A2-1FEB-6681-531AD9B3D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A60C51-FFCC-BD69-3CD9-0B9399DE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963A-7538-4949-A108-06D559B60638}" type="datetime1">
              <a:rPr lang="pt-BR" smtClean="0"/>
              <a:t>27/11/2024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7FE133-0DA0-8921-4031-B52264856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75437-AD21-1F33-CE07-78D0463D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870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53DAB-EE2F-0F4D-04C0-168EADF2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238EB6-6489-0E48-6901-A41D60DD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06E694-8A56-C852-A98C-F8153F2E3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64CC-D075-4B50-AC2F-CCC5C1D3F43D}" type="datetime1">
              <a:rPr lang="pt-BR" smtClean="0"/>
              <a:t>27/11/2024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A281F7-7CB3-F24F-2025-5CB9ACB37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3124C1-DF69-02E5-9655-A673E0DC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96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6D496-D478-9D57-CB3D-400D052B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F915E3-1FE2-04ED-7777-C50DA77A1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0B2CD4-EA2B-1517-0290-D865839E3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97372D-33AE-66BF-DCB5-8EA02C68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9D5B6-7CCF-4C28-B2FA-6B694AD56A75}" type="datetime1">
              <a:rPr lang="pt-BR" smtClean="0"/>
              <a:t>27/11/2024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949881-B0C8-7CAC-A8CD-D8982A2E5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1485D6-3342-4721-851F-24CF45496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933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86EDB-3470-9610-88F9-52585B441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1C7E04-0B2D-3B4A-3794-7E00B2F64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D46CD6-41C9-CCB3-CF03-3F7CCE88E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2958FF-E8A3-0861-9A8C-2B2070F60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DE54ABB-BBA4-7EB0-1D10-137A206B6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430DA5-7ADA-2984-F06A-9F46334CB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D7ED-AC7B-4925-AC88-60DD484B68CF}" type="datetime1">
              <a:rPr lang="pt-BR" smtClean="0"/>
              <a:t>27/11/2024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6E4558-D300-5892-B403-044CAE19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7740A1B-0719-D97A-037B-9B2BD98E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98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17DC8-D7A2-361C-E315-CD2ADBE63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9F3746-4D84-0D3D-2726-4593B67F6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69524-6382-4F7E-B84B-C6A6F05D06E5}" type="datetime1">
              <a:rPr lang="pt-BR" smtClean="0"/>
              <a:t>27/11/2024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B7F97D-2ECE-09F4-F7BE-E5DE73DC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CCADC0E-65AF-9528-6888-BC283909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209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721E24-749F-4898-BC27-5DE7B883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D2B8-6F39-48EE-8DC1-5F9E52C7F028}" type="datetime1">
              <a:rPr lang="pt-BR" smtClean="0"/>
              <a:t>27/11/2024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AFC92D-9808-F63B-B9A1-54A9CC117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004BB9-7FCF-16A1-0BF9-53440E67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56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A8262-CF1F-CC5D-C996-9A9C6546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CEA685-E1A8-8480-2EC1-509724F8C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7BD8E6-3FFB-56EB-9DED-48A475BF2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9A0B24-EB9C-A649-0102-B4580966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4377F-B9FD-4871-B069-B9CEA35DE9D3}" type="datetime1">
              <a:rPr lang="pt-BR" smtClean="0"/>
              <a:t>27/11/2024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B6E5F3-A754-B76F-631E-D9CBE953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E6B150-B47A-3E11-2F97-5906F459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2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2F1A6-710F-A8D1-8D2A-9BDE9B11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78E82A6-DAC0-9226-9219-2BD26A28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58645E-F764-969E-CAC3-9FDCBF614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B8E76D-8FF4-B67F-7DEF-DA2B70446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907-4C61-4A35-8102-1BAC9646045A}" type="datetime1">
              <a:rPr lang="pt-BR" smtClean="0"/>
              <a:t>27/11/2024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A7C6C-AA6F-6E53-0D1E-28BA275F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49DA89-5C36-BCAD-B19D-26EA3175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81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4EB7B-B6AF-309D-A2E1-538199D3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6283BD-6792-6ACA-081E-BA2643221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6CDDF-5FCD-DC24-D937-F5217B4E4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4FB5D-274B-49DB-8350-87CEA7FB0B7F}" type="datetime1">
              <a:rPr lang="pt-BR" smtClean="0"/>
              <a:t>27/11/2024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F12158-9177-414D-BA5F-147FD664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6E7D61-26C0-12B3-49F5-3FD43881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652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7E6574-13B7-F2D1-6823-C0C591FF1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55FF43-BF0C-D742-5E2A-39357DF0A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A99ABE-8A0F-EB84-5B3F-58324224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8C07-10BF-4C8F-B17B-C7D597678BEB}" type="datetime1">
              <a:rPr lang="pt-BR" smtClean="0"/>
              <a:t>27/11/2024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C1C257-2A1B-E977-14F4-7CEFC8B77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A7683D-EFB7-9F44-AD70-6C5DF96E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4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E7122DE-D72F-FE23-18A4-9834DF7F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F48C84-C43B-E6A6-006F-40F3DEE10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C964A6-0729-259A-32AF-A6173B35D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1B529-95AB-44CD-AAE5-70156CF7441A}" type="datetime1">
              <a:rPr lang="pt-BR" smtClean="0"/>
              <a:t>27/11/2024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0EE7AB-E632-8E18-2BB5-BC88C2970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6F8C00-7EE1-6EBC-F1E3-1FE74F9AD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D6ACE-CC9A-4F55-9DD0-3C5C91074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33705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89147-0ECF-6F1A-8B59-C900B9D198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</a:rPr>
              <a:t>MEDIDOR DO ÍNDICE DE MASSA CORPORAL (MIMC)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AAE785-4A87-86F5-C78C-25B6E2A8A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012" y="3993924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DISCENTE: PEDRO VILA NOVA.</a:t>
            </a:r>
          </a:p>
          <a:p>
            <a:pPr algn="l"/>
            <a:r>
              <a:rPr lang="pt-BR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DOCENTE: RAMIDE.</a:t>
            </a:r>
          </a:p>
          <a:p>
            <a:pPr algn="l"/>
            <a:r>
              <a:rPr lang="pt-BR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TURNO: MANHÃ.</a:t>
            </a:r>
          </a:p>
          <a:p>
            <a:pPr algn="l"/>
            <a:r>
              <a:rPr lang="pt-BR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PERÍODO: 6.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7BA9DB-823E-8E54-8851-9F5854F5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</a:t>
            </a:fld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6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FA51D-D958-C4E6-E9A0-B59C64DC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</a:rPr>
              <a:t>MOTIVAÇÃO DA CRIAÇÃO DO SAÚDE E CUIDADOS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DE1DB7-8945-E1C8-3543-169CABC73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4" y="2084916"/>
            <a:ext cx="7924800" cy="408641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Criar Apps para auxiliar no índice de massa corporal (IMC) do usuário tem diversas vantagens, refletindo a crescente integração da tecnologia com o bem-estar e a saúde. 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1º)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Monitoramento contínuo e personalizado;</a:t>
            </a:r>
          </a:p>
          <a:p>
            <a:pPr marL="0" indent="0" algn="just">
              <a:buNone/>
            </a:pPr>
            <a:r>
              <a:rPr lang="pt-BR" sz="20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Prevenção e bem-estar;</a:t>
            </a:r>
            <a:endParaRPr lang="pt-BR" sz="2000" b="1" i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</a:rPr>
              <a:t>	3º)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</a:rPr>
              <a:t>Motivação e hábitos saudáveis.</a:t>
            </a:r>
            <a:endParaRPr lang="pt-BR" sz="2000" b="1" i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A9B247-A70C-A8C7-8FD3-64618411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</a:t>
            </a:fld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01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03BAE-E0D3-8235-04B7-3974E1BC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  <a:ea typeface="Calibri" panose="020F0502020204030204" pitchFamily="34" charset="0"/>
              </a:rPr>
              <a:t>LOGIN E CADASTRO</a:t>
            </a:r>
            <a:endParaRPr lang="pt-BR" b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nkGothic Md BT" panose="020B080702020306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640242-12DE-683F-74C3-27AC1349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25624"/>
            <a:ext cx="8754534" cy="50323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Os recursos e o download do aplicativo “</a:t>
            </a: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MEDIDOR DE ÍNDICE DE MASSA CORPORAL (MIMC)</a:t>
            </a: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” são gratuitos, mas para que o usuário possa ter acesso, é obrigatório fazer cadastro e login.</a:t>
            </a:r>
          </a:p>
          <a:p>
            <a:pPr marL="0" indent="0" algn="just">
              <a:buNone/>
            </a:pPr>
            <a:endParaRPr lang="pt-BR" sz="2000" b="1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-Campo(s) de cadastro obrigatório(s): 	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	1º)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Nome;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	2º)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Sobrenome;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	3º)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Data de nascimento;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	4º)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Gênero biológico;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	5º)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E-mail;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	6º)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Senha (mínimo de 8 dígitos).</a:t>
            </a:r>
          </a:p>
          <a:p>
            <a:pPr marL="0" indent="0" algn="just">
              <a:buNone/>
            </a:pPr>
            <a:endParaRPr lang="pt-BR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 pitchFamily="34" charset="0"/>
            </a:endParaRPr>
          </a:p>
          <a:p>
            <a:pPr marL="0" indent="0" algn="just">
              <a:buNone/>
            </a:pPr>
            <a:endParaRPr lang="pt-BR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77DD1F-7DF4-5465-1657-D72A26F0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3</a:t>
            </a:fld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84EFBD0-0111-6000-C76C-01C4345646F9}"/>
              </a:ext>
            </a:extLst>
          </p:cNvPr>
          <p:cNvSpPr txBox="1"/>
          <p:nvPr/>
        </p:nvSpPr>
        <p:spPr>
          <a:xfrm>
            <a:off x="4702972" y="3174254"/>
            <a:ext cx="34290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-Campos utilizados para Login:</a:t>
            </a:r>
            <a:endParaRPr lang="pt-BR" sz="200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Times New Roman" panose="02020603050405020304" pitchFamily="18" charset="0"/>
            </a:endParaRPr>
          </a:p>
          <a:p>
            <a:pPr algn="just"/>
            <a:r>
              <a:rPr lang="pt-BR" sz="20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	</a:t>
            </a: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1º)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E-mail;</a:t>
            </a:r>
          </a:p>
          <a:p>
            <a:pPr algn="just"/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	2º)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</a:rPr>
              <a:t>Senha.</a:t>
            </a:r>
          </a:p>
        </p:txBody>
      </p:sp>
    </p:spTree>
    <p:extLst>
      <p:ext uri="{BB962C8B-B14F-4D97-AF65-F5344CB8AC3E}">
        <p14:creationId xmlns:p14="http://schemas.microsoft.com/office/powerpoint/2010/main" val="3134436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5038A-3B57-662A-960D-8E59E7857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  <a:ea typeface="Calibri" panose="020F0502020204030204" pitchFamily="34" charset="0"/>
              </a:rPr>
              <a:t>LOGIN E CADASTRO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B57CF4-5142-0A64-5ACE-543FF2F61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280" y="1557866"/>
            <a:ext cx="10922520" cy="479848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Abaixo está a ideia inicial, de como deve ficar o design dos menus de Login, Cadastro, envio de e-mail, mudança de senha, e erro de login, do aplicativo.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FAAFC5-7DF9-61DC-F5CC-1AA6ABE1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4</a:t>
            </a:fld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1FE05594-4C5A-824B-1A53-BA3B047142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816" t="13197" r="35638" b="17415"/>
          <a:stretch/>
        </p:blipFill>
        <p:spPr>
          <a:xfrm>
            <a:off x="6674963" y="2481939"/>
            <a:ext cx="2014834" cy="413259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78FBFFE-C2EB-8C56-1905-E37AD6C9B5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389" t="12345" r="35764" b="18519"/>
          <a:stretch/>
        </p:blipFill>
        <p:spPr>
          <a:xfrm>
            <a:off x="191006" y="2481940"/>
            <a:ext cx="2188128" cy="412413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081EB02-05D1-AA6A-64C8-844DE2EC53C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902" t="12222" r="36112" b="16667"/>
          <a:stretch/>
        </p:blipFill>
        <p:spPr>
          <a:xfrm>
            <a:off x="2513525" y="2481939"/>
            <a:ext cx="2033075" cy="413259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238460B-3200-B9CC-297A-9F310058A13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5903" t="12222" r="35694" b="16667"/>
          <a:stretch/>
        </p:blipFill>
        <p:spPr>
          <a:xfrm>
            <a:off x="4642964" y="2481939"/>
            <a:ext cx="1935635" cy="413259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9F29B9E-E50D-1856-EC81-AC83E494A81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5764" t="12223" r="35833" b="16790"/>
          <a:stretch/>
        </p:blipFill>
        <p:spPr>
          <a:xfrm>
            <a:off x="8822912" y="2490407"/>
            <a:ext cx="2014834" cy="413259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012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CA594-1313-FA83-3CD3-91B25803F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  <a:ea typeface="Calibri" panose="020F0502020204030204" pitchFamily="34" charset="0"/>
              </a:rPr>
              <a:t>MENU DO ÍNDICE DE MASSA CORPORAL (IMC)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829059-2729-4A5C-D083-736A61E86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1825625"/>
            <a:ext cx="8516084" cy="48958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 acessar o menu de registro e consulta do índice de massa corporal (IMC), o usuário deve registrar seu peso e sua altura recente, que será armazenado em um banco de dados. Após finalizar o registro do IMC, o usuário deve definir um intervalo para a próxima verificação.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três opções de intervalo para notificação são apresentadas abaixo: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1º)</a:t>
            </a:r>
            <a:r>
              <a:rPr lang="pt-B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Monitoramento de rotina (4 a 6 semanas);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</a:rPr>
              <a:t>	</a:t>
            </a: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Perda ou ganho de peso (2 a 4 semanas);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3º)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Acompanhamento médico (1 mês).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4B1076-4F92-5145-EECD-EF6DDCB76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5</a:t>
            </a:fld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94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94380-EC2D-8047-08E9-C6B5E68C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  <a:ea typeface="Calibri" panose="020F0502020204030204" pitchFamily="34" charset="0"/>
              </a:rPr>
              <a:t>MENU DO ÍNDICE DE MASSA CORPORAL (IMC)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21F5FB-8A69-3A1E-8F1B-0FAB3FC56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262533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Abaixo está a proposta inicial para o design dos menus de cadastro, consulta do Índice de Massa Corporal (IMC) e do menu de "Logout".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EB4188-A29C-4E90-BE6A-9C28DE27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6</a:t>
            </a:fld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7EC98EB-FBAD-B294-C0A4-06B3C0074F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695" t="11975" r="35625" b="18148"/>
          <a:stretch/>
        </p:blipFill>
        <p:spPr>
          <a:xfrm>
            <a:off x="1001770" y="2573866"/>
            <a:ext cx="3006310" cy="412002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A943920-8737-CE8C-FF75-0EA070E84C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764" t="12099" r="36111" b="17901"/>
          <a:stretch/>
        </p:blipFill>
        <p:spPr>
          <a:xfrm>
            <a:off x="4089399" y="2573865"/>
            <a:ext cx="2942877" cy="412002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0824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6946C-C5BC-1D26-15CC-2251FFCA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  <a:ea typeface="Calibri" panose="020F0502020204030204" pitchFamily="34" charset="0"/>
              </a:rPr>
              <a:t>MENU DO ÍNDICE DE MASSA CORPORAL (IMC)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12878-8E10-D618-8461-8F0ECCB17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232" y="1962150"/>
            <a:ext cx="7785635" cy="48958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Abaixo estão os resultados que serão gerados, com base no o cálculo do índice de massa corporal (IMC) do usuário: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1º)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Abaixo do peso (IMC &lt; 18.5) </a:t>
            </a: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2º)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Peso normal (IMC 18.5 – 24.9);</a:t>
            </a: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3º)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Sobrepeso (IMC 25 – 29.9);</a:t>
            </a: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4º)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Obesidade Grau I (IMC 30 – 34.9);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5º)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Obesidade Grau II (IMC 35 – 39.9);</a:t>
            </a:r>
          </a:p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6º) </a:t>
            </a:r>
            <a:r>
              <a:rPr lang="pt-BR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Obesidade Grau III (IMC ≥ 40).</a:t>
            </a:r>
          </a:p>
          <a:p>
            <a:pPr marL="0" indent="0" algn="just">
              <a:buNone/>
            </a:pPr>
            <a:endParaRPr lang="pt-BR" sz="1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pt-BR" sz="1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8A8700-0EF7-A55B-6E2B-F8026E93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7</a:t>
            </a:fld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185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9F533-0C94-7A9F-9EF1-B693ECFF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57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  <a:ea typeface="Calibri" panose="020F0502020204030204" pitchFamily="34" charset="0"/>
              </a:rPr>
              <a:t>MENU DO ÍNDICE DE MASSA CORPORAL (IMC)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89B8B9-BD4C-1ACD-BADF-0E44CDD25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27" y="1591733"/>
            <a:ext cx="11101873" cy="4585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Abaixo está a proposta inicial para o design do menu de cadastro do Índice </a:t>
            </a:r>
          </a:p>
          <a:p>
            <a:pPr marL="0" indent="0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Massa Corporal (IMC).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73CA7C-381A-C2D4-0823-6AED01E6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8</a:t>
            </a:fld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48AE4C0-C4EB-9D71-9759-2BB3394ECD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695" t="11975" r="35903" b="18889"/>
          <a:stretch/>
        </p:blipFill>
        <p:spPr>
          <a:xfrm>
            <a:off x="159676" y="2452658"/>
            <a:ext cx="2414191" cy="408625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B98D5FC-AAEC-C71A-1202-BF2EA1F3ED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55" t="11852" r="35764" b="19013"/>
          <a:stretch/>
        </p:blipFill>
        <p:spPr>
          <a:xfrm>
            <a:off x="2659620" y="2452658"/>
            <a:ext cx="2560707" cy="408625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74EF5AE-1D8B-421E-58B7-67C18CE60E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695" t="12593" r="35833" b="18395"/>
          <a:stretch/>
        </p:blipFill>
        <p:spPr>
          <a:xfrm>
            <a:off x="5306080" y="2452658"/>
            <a:ext cx="2625695" cy="408625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97AABEF-311E-5FB7-D1BF-0D956950EEB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5764" t="12098" r="35903" b="18273"/>
          <a:stretch/>
        </p:blipFill>
        <p:spPr>
          <a:xfrm>
            <a:off x="8017528" y="2452656"/>
            <a:ext cx="2743201" cy="408625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6006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B8678-CDE9-6A59-5069-E6B9A67E7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  <a:ea typeface="Calibri" panose="020F0502020204030204" pitchFamily="34" charset="0"/>
              </a:rPr>
              <a:t>MENU DO ÍNDICE DE MASSA CORPORAL (IMC)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C3A79A-9C95-7B5A-447F-F4BDF88A8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84" y="1847850"/>
            <a:ext cx="8639283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Abaixo está a proposta inicial para o design dos menus de consulta do Índice de Massa Corporal (IMC), incluindo as seções de gráficos e de fotos.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E025EC-C240-2C72-B295-0B40FECE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9</a:t>
            </a:fld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E9F0122-E91C-8D2D-F7DB-8D49824562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764" t="12346" r="35695" b="18148"/>
          <a:stretch/>
        </p:blipFill>
        <p:spPr>
          <a:xfrm>
            <a:off x="3141132" y="2756694"/>
            <a:ext cx="2758577" cy="377878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EB2003F-55DF-54B0-1AAB-04183C6A49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625" t="11975" r="35694" b="17901"/>
          <a:stretch/>
        </p:blipFill>
        <p:spPr>
          <a:xfrm>
            <a:off x="224534" y="2756693"/>
            <a:ext cx="2747600" cy="377878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938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FB09-57FA-05FE-A151-0AAD2355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</a:rPr>
              <a:t>OBSERVAÇÕES E FUNCIONALIDADES 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D6626A-33BA-4975-1C39-5AF1FCB6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10</a:t>
            </a:fld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859D66-D30F-36C4-00A3-32D0ED302C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462" t="54333" r="39163" b="32969"/>
          <a:stretch/>
        </p:blipFill>
        <p:spPr>
          <a:xfrm>
            <a:off x="304800" y="3711927"/>
            <a:ext cx="2120660" cy="75049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B091FA2-9761-84F0-8BF4-178445ABA4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299" t="61364" r="39274" b="29021"/>
          <a:stretch/>
        </p:blipFill>
        <p:spPr>
          <a:xfrm>
            <a:off x="1650840" y="5327328"/>
            <a:ext cx="2120660" cy="56928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878DCF7-A138-4EB9-85CE-633343D065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318" t="20913" r="39058" b="50287"/>
          <a:stretch/>
        </p:blipFill>
        <p:spPr>
          <a:xfrm>
            <a:off x="5892800" y="2746902"/>
            <a:ext cx="1852366" cy="155194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A1E6C92-E3FF-2925-6975-8B71B23CDF7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9337" t="21504" r="40385" b="54027"/>
          <a:stretch/>
        </p:blipFill>
        <p:spPr>
          <a:xfrm>
            <a:off x="7814734" y="4949187"/>
            <a:ext cx="1820334" cy="132556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F2D69E8-0A37-DC72-200C-052D2CAA8A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026" t="22947" r="42908" b="65020"/>
          <a:stretch/>
        </p:blipFill>
        <p:spPr>
          <a:xfrm>
            <a:off x="8316754" y="2535236"/>
            <a:ext cx="2340245" cy="121564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FD4A7BD-0C97-AEFD-608C-00A95E479B4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3545" t="25322" r="43529" b="54416"/>
          <a:stretch/>
        </p:blipFill>
        <p:spPr>
          <a:xfrm>
            <a:off x="4778162" y="4807265"/>
            <a:ext cx="1724238" cy="140641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BBBBD01-0271-9835-AEB8-4847ED1B75B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5625" t="73837" r="35694" b="17901"/>
          <a:stretch/>
        </p:blipFill>
        <p:spPr>
          <a:xfrm>
            <a:off x="620523" y="2396216"/>
            <a:ext cx="4157640" cy="67371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9549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B5A52-0B24-B40E-9CA2-FC286C9F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Md BT" panose="020B0807020203060204" pitchFamily="34" charset="0"/>
              </a:rPr>
              <a:t>LOGOTIPO DO APLICATIVO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5982F3-C1DE-AE70-40CC-F9C4753D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6ACE-CC9A-4F55-9DD0-3C5C91074268}" type="slidenum">
              <a:rPr lang="pt-BR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11</a:t>
            </a:fld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EA85AEF8-B564-3A92-8A28-DA1EEB399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942" y="2646947"/>
            <a:ext cx="3288115" cy="2753144"/>
          </a:xfrm>
        </p:spPr>
      </p:pic>
    </p:spTree>
    <p:extLst>
      <p:ext uri="{BB962C8B-B14F-4D97-AF65-F5344CB8AC3E}">
        <p14:creationId xmlns:p14="http://schemas.microsoft.com/office/powerpoint/2010/main" val="12198200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1566</TotalTime>
  <Words>565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BankGothic Md BT</vt:lpstr>
      <vt:lpstr>Calibri</vt:lpstr>
      <vt:lpstr>Calibri Light</vt:lpstr>
      <vt:lpstr>Tema do Office</vt:lpstr>
      <vt:lpstr>MEDIDOR DO ÍNDICE DE MASSA CORPORAL (MIMC)</vt:lpstr>
      <vt:lpstr>MOTIVAÇÃO DA CRIAÇÃO DO SAÚDE E CUIDADOS </vt:lpstr>
      <vt:lpstr>LOGIN E CADASTRO</vt:lpstr>
      <vt:lpstr>LOGIN E CADASTRO</vt:lpstr>
      <vt:lpstr>MENU DO ÍNDICE DE MASSA CORPORAL (IMC)</vt:lpstr>
      <vt:lpstr>MENU DO ÍNDICE DE MASSA CORPORAL (IMC)</vt:lpstr>
      <vt:lpstr>MENU DO ÍNDICE DE MASSA CORPORAL (IMC)</vt:lpstr>
      <vt:lpstr>MENU DO ÍNDICE DE MASSA CORPORAL (IMC)</vt:lpstr>
      <vt:lpstr>MENU DO ÍNDICE DE MASSA CORPORAL (IMC)</vt:lpstr>
      <vt:lpstr>OBSERVAÇÕES E FUNCIONALIDADES </vt:lpstr>
      <vt:lpstr>LOGOTIPO DO APLICATIVO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SAÚDE E CUIDADOS</dc:title>
  <dc:creator>Pedro Henrique Peixoto Vila Nova Pedro Vila Nova</dc:creator>
  <cp:lastModifiedBy>Pedro Henrique Peixoto Vila Nova Pedro Vila Nova</cp:lastModifiedBy>
  <cp:revision>2</cp:revision>
  <dcterms:created xsi:type="dcterms:W3CDTF">2024-11-13T20:50:48Z</dcterms:created>
  <dcterms:modified xsi:type="dcterms:W3CDTF">2024-11-28T02:43:33Z</dcterms:modified>
</cp:coreProperties>
</file>